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4" r:id="rId4"/>
  </p:sldMasterIdLst>
  <p:notesMasterIdLst>
    <p:notesMasterId r:id="rId22"/>
  </p:notesMasterIdLst>
  <p:handoutMasterIdLst>
    <p:handoutMasterId r:id="rId23"/>
  </p:handoutMasterIdLst>
  <p:sldIdLst>
    <p:sldId id="320" r:id="rId5"/>
    <p:sldId id="321" r:id="rId6"/>
    <p:sldId id="322" r:id="rId7"/>
    <p:sldId id="299" r:id="rId8"/>
    <p:sldId id="292" r:id="rId9"/>
    <p:sldId id="294" r:id="rId10"/>
    <p:sldId id="295" r:id="rId11"/>
    <p:sldId id="297" r:id="rId12"/>
    <p:sldId id="300" r:id="rId13"/>
    <p:sldId id="301" r:id="rId14"/>
    <p:sldId id="298" r:id="rId15"/>
    <p:sldId id="302" r:id="rId16"/>
    <p:sldId id="323" r:id="rId17"/>
    <p:sldId id="306" r:id="rId18"/>
    <p:sldId id="288" r:id="rId19"/>
    <p:sldId id="324" r:id="rId20"/>
    <p:sldId id="325" r:id="rId2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44" userDrawn="1">
          <p15:clr>
            <a:srgbClr val="A4A3A4"/>
          </p15:clr>
        </p15:guide>
        <p15:guide id="4" pos="346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t Croonenborghs" initials="BC" lastIdx="1" clrIdx="0"/>
  <p:cmAuthor id="2" name="Bart Croonenborghs" initials="BC [2]" lastIdx="1" clrIdx="1"/>
  <p:cmAuthor id="3" name="Bart Croonenborghs" initials="BC [3]" lastIdx="1" clrIdx="2"/>
  <p:cmAuthor id="4" name="Bart Croonenborghs" initials="BC [4]" lastIdx="1" clrIdx="3"/>
  <p:cmAuthor id="5" name="Bart Croonenborghs" initials="BC [5]" lastIdx="1" clrIdx="4"/>
  <p:cmAuthor id="6" name="Bart Croonenborghs" initials="BC [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9F"/>
    <a:srgbClr val="FF5000"/>
    <a:srgbClr val="0033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14"/>
    <p:restoredTop sz="78613"/>
  </p:normalViewPr>
  <p:slideViewPr>
    <p:cSldViewPr snapToGrid="0" snapToObjects="1">
      <p:cViewPr>
        <p:scale>
          <a:sx n="97" d="100"/>
          <a:sy n="97" d="100"/>
        </p:scale>
        <p:origin x="186" y="-222"/>
      </p:cViewPr>
      <p:guideLst>
        <p:guide orient="horz" pos="3362"/>
        <p:guide pos="2880"/>
        <p:guide pos="244"/>
        <p:guide pos="346"/>
        <p:guide orient="horz" pos="6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2571" y="39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dPt>
            <c:idx val="0"/>
            <c:bubble3D val="0"/>
            <c:spPr>
              <a:solidFill>
                <a:srgbClr val="0033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D2-274B-9130-FB6BA4176D23}"/>
              </c:ext>
            </c:extLst>
          </c:dPt>
          <c:dPt>
            <c:idx val="1"/>
            <c:bubble3D val="0"/>
            <c:spPr>
              <a:solidFill>
                <a:srgbClr val="FF6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D2-274B-9130-FB6BA4176D2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D2-274B-9130-FB6BA4176D23}"/>
              </c:ext>
            </c:extLst>
          </c:dPt>
          <c:dPt>
            <c:idx val="3"/>
            <c:bubble3D val="0"/>
            <c:spPr>
              <a:solidFill>
                <a:schemeClr val="bg2">
                  <a:lumMod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D2-274B-9130-FB6BA4176D23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FD2-274B-9130-FB6BA4176D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Blad1!$A$2:$A$5</c:f>
              <c:strCache>
                <c:ptCount val="4"/>
                <c:pt idx="0">
                  <c:v>1e kwrt</c:v>
                </c:pt>
                <c:pt idx="1">
                  <c:v>2e kwrt</c:v>
                </c:pt>
                <c:pt idx="2">
                  <c:v>3e kwrt</c:v>
                </c:pt>
                <c:pt idx="3">
                  <c:v>4e kwrt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D2-274B-9130-FB6BA4176D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161616976003998"/>
          <c:y val="0.36622028454875899"/>
          <c:w val="0.202119648954663"/>
          <c:h val="0.286757867998178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4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196972867406002E-2"/>
          <c:y val="0.147339003994368"/>
          <c:w val="0.70527403637732899"/>
          <c:h val="0.7370155796619349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Reeks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37-3341-9B8B-2B21688E2934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Reeks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37-3341-9B8B-2B21688E2934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Reeks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accent4"/>
                    </a:solidFill>
                    <a:latin typeface="Verdana" charset="0"/>
                    <a:ea typeface="Verdana" charset="0"/>
                    <a:cs typeface="Verdana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37-3341-9B8B-2B21688E29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928037584"/>
        <c:axId val="-928034752"/>
      </c:barChart>
      <c:catAx>
        <c:axId val="-92803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/>
                </a:solidFill>
                <a:latin typeface="Verdana" charset="0"/>
                <a:ea typeface="Verdana" charset="0"/>
                <a:cs typeface="Verdana" charset="0"/>
              </a:defRPr>
            </a:pPr>
            <a:endParaRPr lang="en-US"/>
          </a:p>
        </c:txPr>
        <c:crossAx val="-928034752"/>
        <c:crosses val="autoZero"/>
        <c:auto val="1"/>
        <c:lblAlgn val="ctr"/>
        <c:lblOffset val="100"/>
        <c:noMultiLvlLbl val="0"/>
      </c:catAx>
      <c:valAx>
        <c:axId val="-9280347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928037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96338613573098"/>
          <c:y val="0.28862568055033899"/>
          <c:w val="0.153001604240776"/>
          <c:h val="0.4154241451646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4"/>
              </a:solidFill>
              <a:latin typeface="Verdana" charset="0"/>
              <a:ea typeface="Verdana" charset="0"/>
              <a:cs typeface="Verdan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Verdana" charset="0"/>
          <a:ea typeface="Verdana" charset="0"/>
          <a:cs typeface="Verdana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CF010-6B23-AA49-87A2-39973A896909}" type="doc">
      <dgm:prSet loTypeId="urn:microsoft.com/office/officeart/2009/layout/CirclePictureHierarchy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037EAF21-ECE3-664B-8D7D-A540C5B79961}">
      <dgm:prSet phldrT="[Tekst]" phldr="1" custT="1"/>
      <dgm:spPr/>
      <dgm:t>
        <a:bodyPr/>
        <a:lstStyle/>
        <a:p>
          <a:pPr algn="ctr"/>
          <a:endParaRPr lang="en-GB" sz="1800" dirty="0">
            <a:solidFill>
              <a:srgbClr val="0033A0"/>
            </a:solidFill>
          </a:endParaRPr>
        </a:p>
      </dgm:t>
    </dgm:pt>
    <dgm:pt modelId="{7F3C2EFC-C28E-EF43-B206-ACAF3D001C37}" type="parTrans" cxnId="{A2522512-C17D-5C4A-918C-79F9E1A7F945}">
      <dgm:prSet/>
      <dgm:spPr/>
      <dgm:t>
        <a:bodyPr/>
        <a:lstStyle/>
        <a:p>
          <a:endParaRPr lang="en-GB"/>
        </a:p>
      </dgm:t>
    </dgm:pt>
    <dgm:pt modelId="{1A7A7AD4-EA4D-5145-BF42-5AEF954EB789}" type="sibTrans" cxnId="{A2522512-C17D-5C4A-918C-79F9E1A7F945}">
      <dgm:prSet/>
      <dgm:spPr/>
      <dgm:t>
        <a:bodyPr/>
        <a:lstStyle/>
        <a:p>
          <a:endParaRPr lang="en-GB"/>
        </a:p>
      </dgm:t>
    </dgm:pt>
    <dgm:pt modelId="{400E5A1C-B6E4-D74C-AA10-FA7343DB8948}">
      <dgm:prSet phldrT="[Tekst]" phldr="1" custT="1"/>
      <dgm:spPr/>
      <dgm:t>
        <a:bodyPr/>
        <a:lstStyle/>
        <a:p>
          <a:pPr algn="ctr"/>
          <a:endParaRPr lang="en-GB" sz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gm:t>
    </dgm:pt>
    <dgm:pt modelId="{D7D7E524-F4ED-5B4A-9720-42F71870A0B5}" type="parTrans" cxnId="{CE81DBD6-0911-8D44-BA5E-6491F145E2C8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6C818A0B-5F74-CF4D-B07E-1DDC3FBF781F}" type="sibTrans" cxnId="{CE81DBD6-0911-8D44-BA5E-6491F145E2C8}">
      <dgm:prSet/>
      <dgm:spPr/>
      <dgm:t>
        <a:bodyPr/>
        <a:lstStyle/>
        <a:p>
          <a:endParaRPr lang="en-GB"/>
        </a:p>
      </dgm:t>
    </dgm:pt>
    <dgm:pt modelId="{7B40A8B7-6648-4747-B93F-C97AF7E3F59C}">
      <dgm:prSet phldrT="[Tekst]" phldr="1" custT="1"/>
      <dgm:spPr/>
      <dgm:t>
        <a:bodyPr/>
        <a:lstStyle/>
        <a:p>
          <a:pPr algn="ctr"/>
          <a:endParaRPr lang="en-GB" sz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gm:t>
    </dgm:pt>
    <dgm:pt modelId="{5338B2D7-DBCA-BB4A-B101-9DB6291E7379}" type="parTrans" cxnId="{985ADCD5-5E6C-5B41-942C-FE9B5D348933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F4F78A65-B3D8-1F49-985E-C9903B44672C}" type="sibTrans" cxnId="{985ADCD5-5E6C-5B41-942C-FE9B5D348933}">
      <dgm:prSet/>
      <dgm:spPr/>
      <dgm:t>
        <a:bodyPr/>
        <a:lstStyle/>
        <a:p>
          <a:endParaRPr lang="en-GB"/>
        </a:p>
      </dgm:t>
    </dgm:pt>
    <dgm:pt modelId="{E2D0EF0D-D4B1-2E4C-B524-2777CC4C3E5B}">
      <dgm:prSet phldrT="[Tekst]" phldr="1" custT="1"/>
      <dgm:spPr/>
      <dgm:t>
        <a:bodyPr/>
        <a:lstStyle/>
        <a:p>
          <a:pPr algn="ctr"/>
          <a:endParaRPr lang="en-GB" sz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gm:t>
    </dgm:pt>
    <dgm:pt modelId="{A67FDEE5-7994-B24A-935F-A94C0BDCA483}" type="parTrans" cxnId="{996549F8-DDCE-FB42-B9C8-632B7B0BBC68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B83884AA-71FA-1A45-A49C-827C7443FE3D}" type="sibTrans" cxnId="{996549F8-DDCE-FB42-B9C8-632B7B0BBC68}">
      <dgm:prSet/>
      <dgm:spPr/>
      <dgm:t>
        <a:bodyPr/>
        <a:lstStyle/>
        <a:p>
          <a:endParaRPr lang="en-GB"/>
        </a:p>
      </dgm:t>
    </dgm:pt>
    <dgm:pt modelId="{4AE830BF-BDE4-4044-828C-8FBEE3DCF370}">
      <dgm:prSet phldrT="[Tekst]" phldr="1" custT="1"/>
      <dgm:spPr/>
      <dgm:t>
        <a:bodyPr/>
        <a:lstStyle/>
        <a:p>
          <a:pPr algn="ctr"/>
          <a:endParaRPr lang="en-GB" sz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gm:t>
    </dgm:pt>
    <dgm:pt modelId="{C4AAF864-F16F-C84C-B798-94EFF561C982}" type="parTrans" cxnId="{95F685DC-C5C1-3044-9250-93CB7C3AF2F7}">
      <dgm:prSet/>
      <dgm:spPr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endParaRPr lang="en-GB"/>
        </a:p>
      </dgm:t>
    </dgm:pt>
    <dgm:pt modelId="{945733F8-900F-294F-A907-CC99B5A5F882}" type="sibTrans" cxnId="{95F685DC-C5C1-3044-9250-93CB7C3AF2F7}">
      <dgm:prSet/>
      <dgm:spPr/>
      <dgm:t>
        <a:bodyPr/>
        <a:lstStyle/>
        <a:p>
          <a:endParaRPr lang="en-GB"/>
        </a:p>
      </dgm:t>
    </dgm:pt>
    <dgm:pt modelId="{7A6A49A0-524C-6343-AD14-B1F71AA6F47E}">
      <dgm:prSet phldrT="[Tekst]" phldr="1" custT="1"/>
      <dgm:spPr/>
      <dgm:t>
        <a:bodyPr/>
        <a:lstStyle/>
        <a:p>
          <a:pPr algn="ctr"/>
          <a:endParaRPr lang="en-GB" sz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gm:t>
    </dgm:pt>
    <dgm:pt modelId="{EA37E115-E743-2C44-8CE8-226A90A3F1CC}" type="parTrans" cxnId="{D6303A4F-718B-8242-9C28-E9258B2ACF8C}">
      <dgm:prSet/>
      <dgm:spPr/>
      <dgm:t>
        <a:bodyPr/>
        <a:lstStyle/>
        <a:p>
          <a:endParaRPr lang="en-GB"/>
        </a:p>
      </dgm:t>
    </dgm:pt>
    <dgm:pt modelId="{8BF94537-10D5-2745-AA7B-915FAC33350F}" type="sibTrans" cxnId="{D6303A4F-718B-8242-9C28-E9258B2ACF8C}">
      <dgm:prSet/>
      <dgm:spPr/>
      <dgm:t>
        <a:bodyPr/>
        <a:lstStyle/>
        <a:p>
          <a:endParaRPr lang="en-GB"/>
        </a:p>
      </dgm:t>
    </dgm:pt>
    <dgm:pt modelId="{A4AD64D7-09C5-404F-909B-E0DA848D34DE}" type="pres">
      <dgm:prSet presAssocID="{14ECF010-6B23-AA49-87A2-39973A8969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09A197-3AF4-1743-898B-1B01ADFA1083}" type="pres">
      <dgm:prSet presAssocID="{037EAF21-ECE3-664B-8D7D-A540C5B79961}" presName="hierRoot1" presStyleCnt="0"/>
      <dgm:spPr/>
    </dgm:pt>
    <dgm:pt modelId="{853BB17C-0512-1345-BE6A-5C2D60B3616D}" type="pres">
      <dgm:prSet presAssocID="{037EAF21-ECE3-664B-8D7D-A540C5B79961}" presName="composite" presStyleCnt="0"/>
      <dgm:spPr/>
    </dgm:pt>
    <dgm:pt modelId="{303CDE3C-716B-164A-A629-86963F459EA4}" type="pres">
      <dgm:prSet presAssocID="{037EAF21-ECE3-664B-8D7D-A540C5B79961}" presName="image" presStyleLbl="node0" presStyleIdx="0" presStyleCnt="1" custScaleX="138585" custScaleY="138585" custLinFactNeighborX="-1250" custLinFactNeighborY="1969"/>
      <dgm:spPr>
        <a:solidFill>
          <a:schemeClr val="bg1"/>
        </a:solidFill>
        <a:ln w="50800">
          <a:solidFill>
            <a:schemeClr val="accent1"/>
          </a:solidFill>
        </a:ln>
      </dgm:spPr>
    </dgm:pt>
    <dgm:pt modelId="{F34320A3-05F9-8D4C-9787-915F41AEB636}" type="pres">
      <dgm:prSet presAssocID="{037EAF21-ECE3-664B-8D7D-A540C5B79961}" presName="text" presStyleLbl="revTx" presStyleIdx="0" presStyleCnt="6" custLinFactNeighborX="-83332" custLinFactNeighborY="4312">
        <dgm:presLayoutVars>
          <dgm:chPref val="3"/>
        </dgm:presLayoutVars>
      </dgm:prSet>
      <dgm:spPr/>
    </dgm:pt>
    <dgm:pt modelId="{578D658A-AEEF-004D-9829-E953606E5785}" type="pres">
      <dgm:prSet presAssocID="{037EAF21-ECE3-664B-8D7D-A540C5B79961}" presName="hierChild2" presStyleCnt="0"/>
      <dgm:spPr/>
    </dgm:pt>
    <dgm:pt modelId="{83488575-5EAA-DA44-ACB0-649984B7BCDD}" type="pres">
      <dgm:prSet presAssocID="{D7D7E524-F4ED-5B4A-9720-42F71870A0B5}" presName="Name10" presStyleLbl="parChTrans1D2" presStyleIdx="0" presStyleCnt="2"/>
      <dgm:spPr/>
    </dgm:pt>
    <dgm:pt modelId="{B0D5BF75-8053-6D41-BFC1-7FD8AF81CE48}" type="pres">
      <dgm:prSet presAssocID="{400E5A1C-B6E4-D74C-AA10-FA7343DB8948}" presName="hierRoot2" presStyleCnt="0"/>
      <dgm:spPr/>
    </dgm:pt>
    <dgm:pt modelId="{F3B8F516-4652-5B4D-9287-CDE11EC60FC7}" type="pres">
      <dgm:prSet presAssocID="{400E5A1C-B6E4-D74C-AA10-FA7343DB8948}" presName="composite2" presStyleCnt="0"/>
      <dgm:spPr/>
    </dgm:pt>
    <dgm:pt modelId="{CAE7BC41-E72A-0549-9E1D-49AD1430D50F}" type="pres">
      <dgm:prSet presAssocID="{400E5A1C-B6E4-D74C-AA10-FA7343DB8948}" presName="image2" presStyleLbl="node2" presStyleIdx="0" presStyleCnt="2" custLinFactNeighborX="-2500" custLinFactNeighborY="-1250"/>
      <dgm:spPr>
        <a:solidFill>
          <a:schemeClr val="accent1"/>
        </a:solidFill>
      </dgm:spPr>
    </dgm:pt>
    <dgm:pt modelId="{C1661A58-EEAC-2A47-B25C-A720B52A593A}" type="pres">
      <dgm:prSet presAssocID="{400E5A1C-B6E4-D74C-AA10-FA7343DB8948}" presName="text2" presStyleLbl="revTx" presStyleIdx="1" presStyleCnt="6" custLinFactNeighborX="-84167">
        <dgm:presLayoutVars>
          <dgm:chPref val="3"/>
        </dgm:presLayoutVars>
      </dgm:prSet>
      <dgm:spPr/>
    </dgm:pt>
    <dgm:pt modelId="{4357C0F1-F412-DE46-891C-E57F8D9BE734}" type="pres">
      <dgm:prSet presAssocID="{400E5A1C-B6E4-D74C-AA10-FA7343DB8948}" presName="hierChild3" presStyleCnt="0"/>
      <dgm:spPr/>
    </dgm:pt>
    <dgm:pt modelId="{EB07B4B7-BF1D-C84E-AD59-65396E1C2A84}" type="pres">
      <dgm:prSet presAssocID="{5338B2D7-DBCA-BB4A-B101-9DB6291E7379}" presName="Name17" presStyleLbl="parChTrans1D3" presStyleIdx="0" presStyleCnt="3"/>
      <dgm:spPr/>
    </dgm:pt>
    <dgm:pt modelId="{728E3FCA-DEF2-7D44-964C-1004B0D6AF3D}" type="pres">
      <dgm:prSet presAssocID="{7B40A8B7-6648-4747-B93F-C97AF7E3F59C}" presName="hierRoot3" presStyleCnt="0"/>
      <dgm:spPr/>
    </dgm:pt>
    <dgm:pt modelId="{347C0C62-D0BB-3D49-BFFC-66519DFAFD33}" type="pres">
      <dgm:prSet presAssocID="{7B40A8B7-6648-4747-B93F-C97AF7E3F59C}" presName="composite3" presStyleCnt="0"/>
      <dgm:spPr/>
    </dgm:pt>
    <dgm:pt modelId="{A630235E-5ED0-A143-B47A-BAB9B50BF298}" type="pres">
      <dgm:prSet presAssocID="{7B40A8B7-6648-4747-B93F-C97AF7E3F59C}" presName="image3" presStyleLbl="node3" presStyleIdx="0" presStyleCnt="3" custLinFactNeighborX="37324"/>
      <dgm:spPr>
        <a:solidFill>
          <a:schemeClr val="accent2"/>
        </a:solidFill>
      </dgm:spPr>
    </dgm:pt>
    <dgm:pt modelId="{07E1571C-41E3-FB47-AE8C-AA4712417966}" type="pres">
      <dgm:prSet presAssocID="{7B40A8B7-6648-4747-B93F-C97AF7E3F59C}" presName="text3" presStyleLbl="revTx" presStyleIdx="2" presStyleCnt="6" custLinFactNeighborX="-58335" custLinFactNeighborY="1250">
        <dgm:presLayoutVars>
          <dgm:chPref val="3"/>
        </dgm:presLayoutVars>
      </dgm:prSet>
      <dgm:spPr/>
    </dgm:pt>
    <dgm:pt modelId="{7AD40478-DE48-5145-BBAE-11B6FE93FF10}" type="pres">
      <dgm:prSet presAssocID="{7B40A8B7-6648-4747-B93F-C97AF7E3F59C}" presName="hierChild4" presStyleCnt="0"/>
      <dgm:spPr/>
    </dgm:pt>
    <dgm:pt modelId="{B5EBE2E3-32D6-4E40-B7D0-D7349BECF211}" type="pres">
      <dgm:prSet presAssocID="{A67FDEE5-7994-B24A-935F-A94C0BDCA483}" presName="Name17" presStyleLbl="parChTrans1D3" presStyleIdx="1" presStyleCnt="3"/>
      <dgm:spPr/>
    </dgm:pt>
    <dgm:pt modelId="{D3F27A5C-D50F-AC4E-8235-C9EE3E5204D7}" type="pres">
      <dgm:prSet presAssocID="{E2D0EF0D-D4B1-2E4C-B524-2777CC4C3E5B}" presName="hierRoot3" presStyleCnt="0"/>
      <dgm:spPr/>
    </dgm:pt>
    <dgm:pt modelId="{7E25CB36-C269-964C-A15F-B7A0AA1D41BD}" type="pres">
      <dgm:prSet presAssocID="{E2D0EF0D-D4B1-2E4C-B524-2777CC4C3E5B}" presName="composite3" presStyleCnt="0"/>
      <dgm:spPr/>
    </dgm:pt>
    <dgm:pt modelId="{D3115D5C-C654-6649-B77E-BB4FDEB796AA}" type="pres">
      <dgm:prSet presAssocID="{E2D0EF0D-D4B1-2E4C-B524-2777CC4C3E5B}" presName="image3" presStyleLbl="node3" presStyleIdx="1" presStyleCnt="3" custLinFactNeighborX="-36250"/>
      <dgm:spPr>
        <a:solidFill>
          <a:schemeClr val="accent2"/>
        </a:solidFill>
      </dgm:spPr>
    </dgm:pt>
    <dgm:pt modelId="{D5A6E0B8-30A7-FC4C-B3B0-46996461BDAB}" type="pres">
      <dgm:prSet presAssocID="{E2D0EF0D-D4B1-2E4C-B524-2777CC4C3E5B}" presName="text3" presStyleLbl="revTx" presStyleIdx="3" presStyleCnt="6" custLinFactX="-6666" custLinFactNeighborX="-100000">
        <dgm:presLayoutVars>
          <dgm:chPref val="3"/>
        </dgm:presLayoutVars>
      </dgm:prSet>
      <dgm:spPr/>
    </dgm:pt>
    <dgm:pt modelId="{D165C734-996E-8143-8059-06F03955A4CE}" type="pres">
      <dgm:prSet presAssocID="{E2D0EF0D-D4B1-2E4C-B524-2777CC4C3E5B}" presName="hierChild4" presStyleCnt="0"/>
      <dgm:spPr/>
    </dgm:pt>
    <dgm:pt modelId="{C0F179CA-E3CD-234A-ADAB-8053CBBDD80B}" type="pres">
      <dgm:prSet presAssocID="{C4AAF864-F16F-C84C-B798-94EFF561C982}" presName="Name10" presStyleLbl="parChTrans1D2" presStyleIdx="1" presStyleCnt="2"/>
      <dgm:spPr/>
    </dgm:pt>
    <dgm:pt modelId="{81234C96-2593-C44C-BFA5-1B80911C797D}" type="pres">
      <dgm:prSet presAssocID="{4AE830BF-BDE4-4044-828C-8FBEE3DCF370}" presName="hierRoot2" presStyleCnt="0"/>
      <dgm:spPr/>
    </dgm:pt>
    <dgm:pt modelId="{6257902D-3AEE-614F-9A0B-49B1A7D57755}" type="pres">
      <dgm:prSet presAssocID="{4AE830BF-BDE4-4044-828C-8FBEE3DCF370}" presName="composite2" presStyleCnt="0"/>
      <dgm:spPr/>
    </dgm:pt>
    <dgm:pt modelId="{7824CF40-6878-484F-BB1A-2010A510525D}" type="pres">
      <dgm:prSet presAssocID="{4AE830BF-BDE4-4044-828C-8FBEE3DCF370}" presName="image2" presStyleLbl="node2" presStyleIdx="1" presStyleCnt="2" custLinFactNeighborY="-1250"/>
      <dgm:spPr>
        <a:solidFill>
          <a:schemeClr val="accent1"/>
        </a:solidFill>
      </dgm:spPr>
    </dgm:pt>
    <dgm:pt modelId="{1A4C8ECB-08A1-9747-BC87-0059DCA0DE77}" type="pres">
      <dgm:prSet presAssocID="{4AE830BF-BDE4-4044-828C-8FBEE3DCF370}" presName="text2" presStyleLbl="revTx" presStyleIdx="4" presStyleCnt="6" custLinFactNeighborX="-81667" custLinFactNeighborY="987">
        <dgm:presLayoutVars>
          <dgm:chPref val="3"/>
        </dgm:presLayoutVars>
      </dgm:prSet>
      <dgm:spPr/>
    </dgm:pt>
    <dgm:pt modelId="{9FE1DFA5-AE65-2840-864B-510C283826D8}" type="pres">
      <dgm:prSet presAssocID="{4AE830BF-BDE4-4044-828C-8FBEE3DCF370}" presName="hierChild3" presStyleCnt="0"/>
      <dgm:spPr/>
    </dgm:pt>
    <dgm:pt modelId="{68148599-374C-5245-8E55-E1CC75B712E4}" type="pres">
      <dgm:prSet presAssocID="{EA37E115-E743-2C44-8CE8-226A90A3F1CC}" presName="Name17" presStyleLbl="parChTrans1D3" presStyleIdx="2" presStyleCnt="3"/>
      <dgm:spPr/>
    </dgm:pt>
    <dgm:pt modelId="{A060D124-0C19-C749-BEA0-554F61FC6C1B}" type="pres">
      <dgm:prSet presAssocID="{7A6A49A0-524C-6343-AD14-B1F71AA6F47E}" presName="hierRoot3" presStyleCnt="0"/>
      <dgm:spPr/>
    </dgm:pt>
    <dgm:pt modelId="{E8A5D0A1-30A0-AC40-BB6D-B1ACC66C3BC2}" type="pres">
      <dgm:prSet presAssocID="{7A6A49A0-524C-6343-AD14-B1F71AA6F47E}" presName="composite3" presStyleCnt="0"/>
      <dgm:spPr/>
    </dgm:pt>
    <dgm:pt modelId="{D9BC0713-B6FB-8548-B941-3D0B2010D027}" type="pres">
      <dgm:prSet presAssocID="{7A6A49A0-524C-6343-AD14-B1F71AA6F47E}" presName="image3" presStyleLbl="node3" presStyleIdx="2" presStyleCnt="3"/>
      <dgm:spPr>
        <a:solidFill>
          <a:schemeClr val="accent2"/>
        </a:solidFill>
      </dgm:spPr>
    </dgm:pt>
    <dgm:pt modelId="{9A32B06B-C02C-5D4F-BA14-24B20CA9D929}" type="pres">
      <dgm:prSet presAssocID="{7A6A49A0-524C-6343-AD14-B1F71AA6F47E}" presName="text3" presStyleLbl="revTx" presStyleIdx="5" presStyleCnt="6" custLinFactNeighborX="-81667" custLinFactNeighborY="2500">
        <dgm:presLayoutVars>
          <dgm:chPref val="3"/>
        </dgm:presLayoutVars>
      </dgm:prSet>
      <dgm:spPr/>
    </dgm:pt>
    <dgm:pt modelId="{F45B5BED-05B2-1D4C-AA65-6B318CB1E33C}" type="pres">
      <dgm:prSet presAssocID="{7A6A49A0-524C-6343-AD14-B1F71AA6F47E}" presName="hierChild4" presStyleCnt="0"/>
      <dgm:spPr/>
    </dgm:pt>
  </dgm:ptLst>
  <dgm:cxnLst>
    <dgm:cxn modelId="{A2522512-C17D-5C4A-918C-79F9E1A7F945}" srcId="{14ECF010-6B23-AA49-87A2-39973A896909}" destId="{037EAF21-ECE3-664B-8D7D-A540C5B79961}" srcOrd="0" destOrd="0" parTransId="{7F3C2EFC-C28E-EF43-B206-ACAF3D001C37}" sibTransId="{1A7A7AD4-EA4D-5145-BF42-5AEF954EB789}"/>
    <dgm:cxn modelId="{18917D19-342A-E146-8AA3-14D0995CB234}" type="presOf" srcId="{7A6A49A0-524C-6343-AD14-B1F71AA6F47E}" destId="{9A32B06B-C02C-5D4F-BA14-24B20CA9D929}" srcOrd="0" destOrd="0" presId="urn:microsoft.com/office/officeart/2009/layout/CirclePictureHierarchy"/>
    <dgm:cxn modelId="{DA47F320-0431-A343-9DBB-F1C6B8206D6C}" type="presOf" srcId="{C4AAF864-F16F-C84C-B798-94EFF561C982}" destId="{C0F179CA-E3CD-234A-ADAB-8053CBBDD80B}" srcOrd="0" destOrd="0" presId="urn:microsoft.com/office/officeart/2009/layout/CirclePictureHierarchy"/>
    <dgm:cxn modelId="{15997B66-E1DA-CD4D-833A-6F26ADCD8CD1}" type="presOf" srcId="{D7D7E524-F4ED-5B4A-9720-42F71870A0B5}" destId="{83488575-5EAA-DA44-ACB0-649984B7BCDD}" srcOrd="0" destOrd="0" presId="urn:microsoft.com/office/officeart/2009/layout/CirclePictureHierarchy"/>
    <dgm:cxn modelId="{581CAC69-4A4E-614D-9872-7D655193D53F}" type="presOf" srcId="{400E5A1C-B6E4-D74C-AA10-FA7343DB8948}" destId="{C1661A58-EEAC-2A47-B25C-A720B52A593A}" srcOrd="0" destOrd="0" presId="urn:microsoft.com/office/officeart/2009/layout/CirclePictureHierarchy"/>
    <dgm:cxn modelId="{2128E74B-70B8-2C4A-B91B-926A8A573D71}" type="presOf" srcId="{A67FDEE5-7994-B24A-935F-A94C0BDCA483}" destId="{B5EBE2E3-32D6-4E40-B7D0-D7349BECF211}" srcOrd="0" destOrd="0" presId="urn:microsoft.com/office/officeart/2009/layout/CirclePictureHierarchy"/>
    <dgm:cxn modelId="{D6303A4F-718B-8242-9C28-E9258B2ACF8C}" srcId="{4AE830BF-BDE4-4044-828C-8FBEE3DCF370}" destId="{7A6A49A0-524C-6343-AD14-B1F71AA6F47E}" srcOrd="0" destOrd="0" parTransId="{EA37E115-E743-2C44-8CE8-226A90A3F1CC}" sibTransId="{8BF94537-10D5-2745-AA7B-915FAC33350F}"/>
    <dgm:cxn modelId="{59CF904F-9A31-5040-9400-F38511884B11}" type="presOf" srcId="{037EAF21-ECE3-664B-8D7D-A540C5B79961}" destId="{F34320A3-05F9-8D4C-9787-915F41AEB636}" srcOrd="0" destOrd="0" presId="urn:microsoft.com/office/officeart/2009/layout/CirclePictureHierarchy"/>
    <dgm:cxn modelId="{EFE7378E-92FF-8842-8B23-7F2C573A5A24}" type="presOf" srcId="{14ECF010-6B23-AA49-87A2-39973A896909}" destId="{A4AD64D7-09C5-404F-909B-E0DA848D34DE}" srcOrd="0" destOrd="0" presId="urn:microsoft.com/office/officeart/2009/layout/CirclePictureHierarchy"/>
    <dgm:cxn modelId="{8CD0FE8F-2A0F-5249-B3B7-9CFD3243C8CA}" type="presOf" srcId="{E2D0EF0D-D4B1-2E4C-B524-2777CC4C3E5B}" destId="{D5A6E0B8-30A7-FC4C-B3B0-46996461BDAB}" srcOrd="0" destOrd="0" presId="urn:microsoft.com/office/officeart/2009/layout/CirclePictureHierarchy"/>
    <dgm:cxn modelId="{6E9747A0-02B3-1642-B66E-75226E3CBAC7}" type="presOf" srcId="{EA37E115-E743-2C44-8CE8-226A90A3F1CC}" destId="{68148599-374C-5245-8E55-E1CC75B712E4}" srcOrd="0" destOrd="0" presId="urn:microsoft.com/office/officeart/2009/layout/CirclePictureHierarchy"/>
    <dgm:cxn modelId="{FFCFF5A9-F745-E64B-A280-3B5B30EE2471}" type="presOf" srcId="{4AE830BF-BDE4-4044-828C-8FBEE3DCF370}" destId="{1A4C8ECB-08A1-9747-BC87-0059DCA0DE77}" srcOrd="0" destOrd="0" presId="urn:microsoft.com/office/officeart/2009/layout/CirclePictureHierarchy"/>
    <dgm:cxn modelId="{C18DF4AB-A367-9A49-B2AB-DC21297A5BF4}" type="presOf" srcId="{7B40A8B7-6648-4747-B93F-C97AF7E3F59C}" destId="{07E1571C-41E3-FB47-AE8C-AA4712417966}" srcOrd="0" destOrd="0" presId="urn:microsoft.com/office/officeart/2009/layout/CirclePictureHierarchy"/>
    <dgm:cxn modelId="{CB2C51C2-E4B7-894A-83DE-5E0138BA907B}" type="presOf" srcId="{5338B2D7-DBCA-BB4A-B101-9DB6291E7379}" destId="{EB07B4B7-BF1D-C84E-AD59-65396E1C2A84}" srcOrd="0" destOrd="0" presId="urn:microsoft.com/office/officeart/2009/layout/CirclePictureHierarchy"/>
    <dgm:cxn modelId="{985ADCD5-5E6C-5B41-942C-FE9B5D348933}" srcId="{400E5A1C-B6E4-D74C-AA10-FA7343DB8948}" destId="{7B40A8B7-6648-4747-B93F-C97AF7E3F59C}" srcOrd="0" destOrd="0" parTransId="{5338B2D7-DBCA-BB4A-B101-9DB6291E7379}" sibTransId="{F4F78A65-B3D8-1F49-985E-C9903B44672C}"/>
    <dgm:cxn modelId="{CE81DBD6-0911-8D44-BA5E-6491F145E2C8}" srcId="{037EAF21-ECE3-664B-8D7D-A540C5B79961}" destId="{400E5A1C-B6E4-D74C-AA10-FA7343DB8948}" srcOrd="0" destOrd="0" parTransId="{D7D7E524-F4ED-5B4A-9720-42F71870A0B5}" sibTransId="{6C818A0B-5F74-CF4D-B07E-1DDC3FBF781F}"/>
    <dgm:cxn modelId="{95F685DC-C5C1-3044-9250-93CB7C3AF2F7}" srcId="{037EAF21-ECE3-664B-8D7D-A540C5B79961}" destId="{4AE830BF-BDE4-4044-828C-8FBEE3DCF370}" srcOrd="1" destOrd="0" parTransId="{C4AAF864-F16F-C84C-B798-94EFF561C982}" sibTransId="{945733F8-900F-294F-A907-CC99B5A5F882}"/>
    <dgm:cxn modelId="{996549F8-DDCE-FB42-B9C8-632B7B0BBC68}" srcId="{400E5A1C-B6E4-D74C-AA10-FA7343DB8948}" destId="{E2D0EF0D-D4B1-2E4C-B524-2777CC4C3E5B}" srcOrd="1" destOrd="0" parTransId="{A67FDEE5-7994-B24A-935F-A94C0BDCA483}" sibTransId="{B83884AA-71FA-1A45-A49C-827C7443FE3D}"/>
    <dgm:cxn modelId="{41BAD586-FEC9-7942-9531-F54B0F28ABBC}" type="presParOf" srcId="{A4AD64D7-09C5-404F-909B-E0DA848D34DE}" destId="{EE09A197-3AF4-1743-898B-1B01ADFA1083}" srcOrd="0" destOrd="0" presId="urn:microsoft.com/office/officeart/2009/layout/CirclePictureHierarchy"/>
    <dgm:cxn modelId="{27D512D5-E5BE-D341-BB4E-A7CB299855BE}" type="presParOf" srcId="{EE09A197-3AF4-1743-898B-1B01ADFA1083}" destId="{853BB17C-0512-1345-BE6A-5C2D60B3616D}" srcOrd="0" destOrd="0" presId="urn:microsoft.com/office/officeart/2009/layout/CirclePictureHierarchy"/>
    <dgm:cxn modelId="{A7EB9178-61A7-4B4A-B34B-E54587996BA9}" type="presParOf" srcId="{853BB17C-0512-1345-BE6A-5C2D60B3616D}" destId="{303CDE3C-716B-164A-A629-86963F459EA4}" srcOrd="0" destOrd="0" presId="urn:microsoft.com/office/officeart/2009/layout/CirclePictureHierarchy"/>
    <dgm:cxn modelId="{D296B360-57CC-CB4F-B2BE-0B8276907F24}" type="presParOf" srcId="{853BB17C-0512-1345-BE6A-5C2D60B3616D}" destId="{F34320A3-05F9-8D4C-9787-915F41AEB636}" srcOrd="1" destOrd="0" presId="urn:microsoft.com/office/officeart/2009/layout/CirclePictureHierarchy"/>
    <dgm:cxn modelId="{A765FC16-DABD-784E-AE89-40FF28CC199A}" type="presParOf" srcId="{EE09A197-3AF4-1743-898B-1B01ADFA1083}" destId="{578D658A-AEEF-004D-9829-E953606E5785}" srcOrd="1" destOrd="0" presId="urn:microsoft.com/office/officeart/2009/layout/CirclePictureHierarchy"/>
    <dgm:cxn modelId="{4C4CABAF-0697-2140-B058-CF8B0412290A}" type="presParOf" srcId="{578D658A-AEEF-004D-9829-E953606E5785}" destId="{83488575-5EAA-DA44-ACB0-649984B7BCDD}" srcOrd="0" destOrd="0" presId="urn:microsoft.com/office/officeart/2009/layout/CirclePictureHierarchy"/>
    <dgm:cxn modelId="{C86FF76C-1D37-BD46-AE3A-63D901AAAFAF}" type="presParOf" srcId="{578D658A-AEEF-004D-9829-E953606E5785}" destId="{B0D5BF75-8053-6D41-BFC1-7FD8AF81CE48}" srcOrd="1" destOrd="0" presId="urn:microsoft.com/office/officeart/2009/layout/CirclePictureHierarchy"/>
    <dgm:cxn modelId="{CC790796-8DC1-AC45-8235-4F512107889F}" type="presParOf" srcId="{B0D5BF75-8053-6D41-BFC1-7FD8AF81CE48}" destId="{F3B8F516-4652-5B4D-9287-CDE11EC60FC7}" srcOrd="0" destOrd="0" presId="urn:microsoft.com/office/officeart/2009/layout/CirclePictureHierarchy"/>
    <dgm:cxn modelId="{9878E833-6F3B-AE4C-A9C4-C86A8518BDD2}" type="presParOf" srcId="{F3B8F516-4652-5B4D-9287-CDE11EC60FC7}" destId="{CAE7BC41-E72A-0549-9E1D-49AD1430D50F}" srcOrd="0" destOrd="0" presId="urn:microsoft.com/office/officeart/2009/layout/CirclePictureHierarchy"/>
    <dgm:cxn modelId="{DB14E9D1-F18F-2547-875B-61D04B9148C0}" type="presParOf" srcId="{F3B8F516-4652-5B4D-9287-CDE11EC60FC7}" destId="{C1661A58-EEAC-2A47-B25C-A720B52A593A}" srcOrd="1" destOrd="0" presId="urn:microsoft.com/office/officeart/2009/layout/CirclePictureHierarchy"/>
    <dgm:cxn modelId="{5AA2464B-5C2B-B346-A307-E782593C50A2}" type="presParOf" srcId="{B0D5BF75-8053-6D41-BFC1-7FD8AF81CE48}" destId="{4357C0F1-F412-DE46-891C-E57F8D9BE734}" srcOrd="1" destOrd="0" presId="urn:microsoft.com/office/officeart/2009/layout/CirclePictureHierarchy"/>
    <dgm:cxn modelId="{A8E16F81-C9CA-3C4B-92E1-AF3FC59E02DA}" type="presParOf" srcId="{4357C0F1-F412-DE46-891C-E57F8D9BE734}" destId="{EB07B4B7-BF1D-C84E-AD59-65396E1C2A84}" srcOrd="0" destOrd="0" presId="urn:microsoft.com/office/officeart/2009/layout/CirclePictureHierarchy"/>
    <dgm:cxn modelId="{F68B5940-070B-5443-AFCF-9002D8D4DF55}" type="presParOf" srcId="{4357C0F1-F412-DE46-891C-E57F8D9BE734}" destId="{728E3FCA-DEF2-7D44-964C-1004B0D6AF3D}" srcOrd="1" destOrd="0" presId="urn:microsoft.com/office/officeart/2009/layout/CirclePictureHierarchy"/>
    <dgm:cxn modelId="{9BD2EE97-CE82-074A-AE3B-7623481BEAA6}" type="presParOf" srcId="{728E3FCA-DEF2-7D44-964C-1004B0D6AF3D}" destId="{347C0C62-D0BB-3D49-BFFC-66519DFAFD33}" srcOrd="0" destOrd="0" presId="urn:microsoft.com/office/officeart/2009/layout/CirclePictureHierarchy"/>
    <dgm:cxn modelId="{396F3A7B-2F3E-3040-B6EF-F9B42F44E2AA}" type="presParOf" srcId="{347C0C62-D0BB-3D49-BFFC-66519DFAFD33}" destId="{A630235E-5ED0-A143-B47A-BAB9B50BF298}" srcOrd="0" destOrd="0" presId="urn:microsoft.com/office/officeart/2009/layout/CirclePictureHierarchy"/>
    <dgm:cxn modelId="{7897AE69-4B2C-4C45-8407-A349A47A73EA}" type="presParOf" srcId="{347C0C62-D0BB-3D49-BFFC-66519DFAFD33}" destId="{07E1571C-41E3-FB47-AE8C-AA4712417966}" srcOrd="1" destOrd="0" presId="urn:microsoft.com/office/officeart/2009/layout/CirclePictureHierarchy"/>
    <dgm:cxn modelId="{A88CEFDE-CC46-B64A-BFD9-0BD4303424D1}" type="presParOf" srcId="{728E3FCA-DEF2-7D44-964C-1004B0D6AF3D}" destId="{7AD40478-DE48-5145-BBAE-11B6FE93FF10}" srcOrd="1" destOrd="0" presId="urn:microsoft.com/office/officeart/2009/layout/CirclePictureHierarchy"/>
    <dgm:cxn modelId="{3FBDC575-1FA5-4C46-A892-4CAE739752B2}" type="presParOf" srcId="{4357C0F1-F412-DE46-891C-E57F8D9BE734}" destId="{B5EBE2E3-32D6-4E40-B7D0-D7349BECF211}" srcOrd="2" destOrd="0" presId="urn:microsoft.com/office/officeart/2009/layout/CirclePictureHierarchy"/>
    <dgm:cxn modelId="{EFD37412-6B31-7547-9F68-B9B796A3CA00}" type="presParOf" srcId="{4357C0F1-F412-DE46-891C-E57F8D9BE734}" destId="{D3F27A5C-D50F-AC4E-8235-C9EE3E5204D7}" srcOrd="3" destOrd="0" presId="urn:microsoft.com/office/officeart/2009/layout/CirclePictureHierarchy"/>
    <dgm:cxn modelId="{0A83A612-13D0-D943-8D7D-162F2B0423BE}" type="presParOf" srcId="{D3F27A5C-D50F-AC4E-8235-C9EE3E5204D7}" destId="{7E25CB36-C269-964C-A15F-B7A0AA1D41BD}" srcOrd="0" destOrd="0" presId="urn:microsoft.com/office/officeart/2009/layout/CirclePictureHierarchy"/>
    <dgm:cxn modelId="{07E4A876-EA0A-2C49-8CCF-9DFD403618BA}" type="presParOf" srcId="{7E25CB36-C269-964C-A15F-B7A0AA1D41BD}" destId="{D3115D5C-C654-6649-B77E-BB4FDEB796AA}" srcOrd="0" destOrd="0" presId="urn:microsoft.com/office/officeart/2009/layout/CirclePictureHierarchy"/>
    <dgm:cxn modelId="{A2D41A2D-4734-014C-BBCA-B0E27ACDB97E}" type="presParOf" srcId="{7E25CB36-C269-964C-A15F-B7A0AA1D41BD}" destId="{D5A6E0B8-30A7-FC4C-B3B0-46996461BDAB}" srcOrd="1" destOrd="0" presId="urn:microsoft.com/office/officeart/2009/layout/CirclePictureHierarchy"/>
    <dgm:cxn modelId="{9A1C243A-766E-1547-8C8B-7014C8637FD8}" type="presParOf" srcId="{D3F27A5C-D50F-AC4E-8235-C9EE3E5204D7}" destId="{D165C734-996E-8143-8059-06F03955A4CE}" srcOrd="1" destOrd="0" presId="urn:microsoft.com/office/officeart/2009/layout/CirclePictureHierarchy"/>
    <dgm:cxn modelId="{EB88F0E2-FCDD-8B44-A249-9594EAE215ED}" type="presParOf" srcId="{578D658A-AEEF-004D-9829-E953606E5785}" destId="{C0F179CA-E3CD-234A-ADAB-8053CBBDD80B}" srcOrd="2" destOrd="0" presId="urn:microsoft.com/office/officeart/2009/layout/CirclePictureHierarchy"/>
    <dgm:cxn modelId="{EA714908-8749-E049-8057-ACDABC35E825}" type="presParOf" srcId="{578D658A-AEEF-004D-9829-E953606E5785}" destId="{81234C96-2593-C44C-BFA5-1B80911C797D}" srcOrd="3" destOrd="0" presId="urn:microsoft.com/office/officeart/2009/layout/CirclePictureHierarchy"/>
    <dgm:cxn modelId="{D3A4F4B8-100B-B34D-9E27-6106022599AC}" type="presParOf" srcId="{81234C96-2593-C44C-BFA5-1B80911C797D}" destId="{6257902D-3AEE-614F-9A0B-49B1A7D57755}" srcOrd="0" destOrd="0" presId="urn:microsoft.com/office/officeart/2009/layout/CirclePictureHierarchy"/>
    <dgm:cxn modelId="{0CFA2FFD-BCEE-EC4C-976F-10E54BD36059}" type="presParOf" srcId="{6257902D-3AEE-614F-9A0B-49B1A7D57755}" destId="{7824CF40-6878-484F-BB1A-2010A510525D}" srcOrd="0" destOrd="0" presId="urn:microsoft.com/office/officeart/2009/layout/CirclePictureHierarchy"/>
    <dgm:cxn modelId="{15F487CF-B6D1-3A45-AE10-0F1725856A6C}" type="presParOf" srcId="{6257902D-3AEE-614F-9A0B-49B1A7D57755}" destId="{1A4C8ECB-08A1-9747-BC87-0059DCA0DE77}" srcOrd="1" destOrd="0" presId="urn:microsoft.com/office/officeart/2009/layout/CirclePictureHierarchy"/>
    <dgm:cxn modelId="{0175DFC9-7316-CF4F-9D91-6FEA07E4E40C}" type="presParOf" srcId="{81234C96-2593-C44C-BFA5-1B80911C797D}" destId="{9FE1DFA5-AE65-2840-864B-510C283826D8}" srcOrd="1" destOrd="0" presId="urn:microsoft.com/office/officeart/2009/layout/CirclePictureHierarchy"/>
    <dgm:cxn modelId="{BA4A11B4-2C31-B94B-B1EF-6F7AADDCB070}" type="presParOf" srcId="{9FE1DFA5-AE65-2840-864B-510C283826D8}" destId="{68148599-374C-5245-8E55-E1CC75B712E4}" srcOrd="0" destOrd="0" presId="urn:microsoft.com/office/officeart/2009/layout/CirclePictureHierarchy"/>
    <dgm:cxn modelId="{A73A6078-E137-4743-8ECB-D1EBD07C16D9}" type="presParOf" srcId="{9FE1DFA5-AE65-2840-864B-510C283826D8}" destId="{A060D124-0C19-C749-BEA0-554F61FC6C1B}" srcOrd="1" destOrd="0" presId="urn:microsoft.com/office/officeart/2009/layout/CirclePictureHierarchy"/>
    <dgm:cxn modelId="{C557E997-7DC8-4346-B2CB-FD45AABA6003}" type="presParOf" srcId="{A060D124-0C19-C749-BEA0-554F61FC6C1B}" destId="{E8A5D0A1-30A0-AC40-BB6D-B1ACC66C3BC2}" srcOrd="0" destOrd="0" presId="urn:microsoft.com/office/officeart/2009/layout/CirclePictureHierarchy"/>
    <dgm:cxn modelId="{9778C7F8-9A32-D142-BDF9-F9B3FF45A26E}" type="presParOf" srcId="{E8A5D0A1-30A0-AC40-BB6D-B1ACC66C3BC2}" destId="{D9BC0713-B6FB-8548-B941-3D0B2010D027}" srcOrd="0" destOrd="0" presId="urn:microsoft.com/office/officeart/2009/layout/CirclePictureHierarchy"/>
    <dgm:cxn modelId="{A0033801-58B3-FC49-8E44-1EEE1015F7D3}" type="presParOf" srcId="{E8A5D0A1-30A0-AC40-BB6D-B1ACC66C3BC2}" destId="{9A32B06B-C02C-5D4F-BA14-24B20CA9D929}" srcOrd="1" destOrd="0" presId="urn:microsoft.com/office/officeart/2009/layout/CirclePictureHierarchy"/>
    <dgm:cxn modelId="{DD8CBFA8-2024-B84F-8CF6-09C64FC5F938}" type="presParOf" srcId="{A060D124-0C19-C749-BEA0-554F61FC6C1B}" destId="{F45B5BED-05B2-1D4C-AA65-6B318CB1E33C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48599-374C-5245-8E55-E1CC75B712E4}">
      <dsp:nvSpPr>
        <dsp:cNvPr id="0" name=""/>
        <dsp:cNvSpPr/>
      </dsp:nvSpPr>
      <dsp:spPr>
        <a:xfrm>
          <a:off x="5171450" y="2910391"/>
          <a:ext cx="91440" cy="2847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477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F179CA-E3CD-234A-ADAB-8053CBBDD80B}">
      <dsp:nvSpPr>
        <dsp:cNvPr id="0" name=""/>
        <dsp:cNvSpPr/>
      </dsp:nvSpPr>
      <dsp:spPr>
        <a:xfrm>
          <a:off x="3496775" y="1794951"/>
          <a:ext cx="1720394" cy="24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047"/>
              </a:lnTo>
              <a:lnTo>
                <a:pt x="1720394" y="110047"/>
              </a:lnTo>
              <a:lnTo>
                <a:pt x="1720394" y="245911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BE2E3-32D6-4E40-B7D0-D7349BECF211}">
      <dsp:nvSpPr>
        <dsp:cNvPr id="0" name=""/>
        <dsp:cNvSpPr/>
      </dsp:nvSpPr>
      <dsp:spPr>
        <a:xfrm>
          <a:off x="1608627" y="2910391"/>
          <a:ext cx="902135" cy="2847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906"/>
              </a:lnTo>
              <a:lnTo>
                <a:pt x="902135" y="148906"/>
              </a:lnTo>
              <a:lnTo>
                <a:pt x="902135" y="28477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7B4B7-BF1D-C84E-AD59-65396E1C2A84}">
      <dsp:nvSpPr>
        <dsp:cNvPr id="0" name=""/>
        <dsp:cNvSpPr/>
      </dsp:nvSpPr>
      <dsp:spPr>
        <a:xfrm>
          <a:off x="759306" y="2910391"/>
          <a:ext cx="849320" cy="284770"/>
        </a:xfrm>
        <a:custGeom>
          <a:avLst/>
          <a:gdLst/>
          <a:ahLst/>
          <a:cxnLst/>
          <a:rect l="0" t="0" r="0" b="0"/>
          <a:pathLst>
            <a:path>
              <a:moveTo>
                <a:pt x="849320" y="0"/>
              </a:moveTo>
              <a:lnTo>
                <a:pt x="849320" y="148906"/>
              </a:lnTo>
              <a:lnTo>
                <a:pt x="0" y="148906"/>
              </a:lnTo>
              <a:lnTo>
                <a:pt x="0" y="284770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88575-5EAA-DA44-ACB0-649984B7BCDD}">
      <dsp:nvSpPr>
        <dsp:cNvPr id="0" name=""/>
        <dsp:cNvSpPr/>
      </dsp:nvSpPr>
      <dsp:spPr>
        <a:xfrm>
          <a:off x="1608627" y="1794951"/>
          <a:ext cx="1888148" cy="245911"/>
        </a:xfrm>
        <a:custGeom>
          <a:avLst/>
          <a:gdLst/>
          <a:ahLst/>
          <a:cxnLst/>
          <a:rect l="0" t="0" r="0" b="0"/>
          <a:pathLst>
            <a:path>
              <a:moveTo>
                <a:pt x="1888148" y="0"/>
              </a:moveTo>
              <a:lnTo>
                <a:pt x="1888148" y="110047"/>
              </a:lnTo>
              <a:lnTo>
                <a:pt x="0" y="110047"/>
              </a:lnTo>
              <a:lnTo>
                <a:pt x="0" y="245911"/>
              </a:lnTo>
            </a:path>
          </a:pathLst>
        </a:custGeom>
        <a:noFill/>
        <a:ln w="1270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CDE3C-716B-164A-A629-86963F459EA4}">
      <dsp:nvSpPr>
        <dsp:cNvPr id="0" name=""/>
        <dsp:cNvSpPr/>
      </dsp:nvSpPr>
      <dsp:spPr>
        <a:xfrm>
          <a:off x="2894257" y="589915"/>
          <a:ext cx="1205035" cy="1205035"/>
        </a:xfrm>
        <a:prstGeom prst="ellipse">
          <a:avLst/>
        </a:prstGeom>
        <a:solidFill>
          <a:schemeClr val="bg1"/>
        </a:solidFill>
        <a:ln w="508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320A3-05F9-8D4C-9787-915F41AEB636}">
      <dsp:nvSpPr>
        <dsp:cNvPr id="0" name=""/>
        <dsp:cNvSpPr/>
      </dsp:nvSpPr>
      <dsp:spPr>
        <a:xfrm>
          <a:off x="2855515" y="775868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solidFill>
              <a:srgbClr val="0033A0"/>
            </a:solidFill>
          </a:endParaRPr>
        </a:p>
      </dsp:txBody>
      <dsp:txXfrm>
        <a:off x="2855515" y="775868"/>
        <a:ext cx="1304292" cy="869528"/>
      </dsp:txXfrm>
    </dsp:sp>
    <dsp:sp modelId="{CAE7BC41-E72A-0549-9E1D-49AD1430D50F}">
      <dsp:nvSpPr>
        <dsp:cNvPr id="0" name=""/>
        <dsp:cNvSpPr/>
      </dsp:nvSpPr>
      <dsp:spPr>
        <a:xfrm>
          <a:off x="1173863" y="2040862"/>
          <a:ext cx="869528" cy="869528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61A58-EEAC-2A47-B25C-A720B52A593A}">
      <dsp:nvSpPr>
        <dsp:cNvPr id="0" name=""/>
        <dsp:cNvSpPr/>
      </dsp:nvSpPr>
      <dsp:spPr>
        <a:xfrm>
          <a:off x="967345" y="2049558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sp:txBody>
      <dsp:txXfrm>
        <a:off x="967345" y="2049558"/>
        <a:ext cx="1304292" cy="869528"/>
      </dsp:txXfrm>
    </dsp:sp>
    <dsp:sp modelId="{A630235E-5ED0-A143-B47A-BAB9B50BF298}">
      <dsp:nvSpPr>
        <dsp:cNvPr id="0" name=""/>
        <dsp:cNvSpPr/>
      </dsp:nvSpPr>
      <dsp:spPr>
        <a:xfrm>
          <a:off x="324542" y="3195161"/>
          <a:ext cx="869528" cy="869528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1571C-41E3-FB47-AE8C-AA4712417966}">
      <dsp:nvSpPr>
        <dsp:cNvPr id="0" name=""/>
        <dsp:cNvSpPr/>
      </dsp:nvSpPr>
      <dsp:spPr>
        <a:xfrm>
          <a:off x="108669" y="3203857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sp:txBody>
      <dsp:txXfrm>
        <a:off x="108669" y="3203857"/>
        <a:ext cx="1304292" cy="869528"/>
      </dsp:txXfrm>
    </dsp:sp>
    <dsp:sp modelId="{D3115D5C-C654-6649-B77E-BB4FDEB796AA}">
      <dsp:nvSpPr>
        <dsp:cNvPr id="0" name=""/>
        <dsp:cNvSpPr/>
      </dsp:nvSpPr>
      <dsp:spPr>
        <a:xfrm>
          <a:off x="2075998" y="3195161"/>
          <a:ext cx="869528" cy="869528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6E0B8-30A7-FC4C-B3B0-46996461BDAB}">
      <dsp:nvSpPr>
        <dsp:cNvPr id="0" name=""/>
        <dsp:cNvSpPr/>
      </dsp:nvSpPr>
      <dsp:spPr>
        <a:xfrm>
          <a:off x="1869494" y="3192988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sp:txBody>
      <dsp:txXfrm>
        <a:off x="1869494" y="3192988"/>
        <a:ext cx="1304292" cy="869528"/>
      </dsp:txXfrm>
    </dsp:sp>
    <dsp:sp modelId="{7824CF40-6878-484F-BB1A-2010A510525D}">
      <dsp:nvSpPr>
        <dsp:cNvPr id="0" name=""/>
        <dsp:cNvSpPr/>
      </dsp:nvSpPr>
      <dsp:spPr>
        <a:xfrm>
          <a:off x="4782406" y="2040862"/>
          <a:ext cx="869528" cy="869528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C8ECB-08A1-9747-BC87-0059DCA0DE77}">
      <dsp:nvSpPr>
        <dsp:cNvPr id="0" name=""/>
        <dsp:cNvSpPr/>
      </dsp:nvSpPr>
      <dsp:spPr>
        <a:xfrm>
          <a:off x="4586757" y="2058140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sp:txBody>
      <dsp:txXfrm>
        <a:off x="4586757" y="2058140"/>
        <a:ext cx="1304292" cy="869528"/>
      </dsp:txXfrm>
    </dsp:sp>
    <dsp:sp modelId="{D9BC0713-B6FB-8548-B941-3D0B2010D027}">
      <dsp:nvSpPr>
        <dsp:cNvPr id="0" name=""/>
        <dsp:cNvSpPr/>
      </dsp:nvSpPr>
      <dsp:spPr>
        <a:xfrm>
          <a:off x="4782406" y="3195161"/>
          <a:ext cx="869528" cy="869528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2B06B-C02C-5D4F-BA14-24B20CA9D929}">
      <dsp:nvSpPr>
        <dsp:cNvPr id="0" name=""/>
        <dsp:cNvSpPr/>
      </dsp:nvSpPr>
      <dsp:spPr>
        <a:xfrm>
          <a:off x="4586757" y="3214726"/>
          <a:ext cx="1304292" cy="86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 dirty="0">
            <a:solidFill>
              <a:schemeClr val="bg1"/>
            </a:solidFill>
            <a:latin typeface="Verdana" charset="0"/>
            <a:ea typeface="Verdana" charset="0"/>
            <a:cs typeface="Verdana" charset="0"/>
          </a:endParaRPr>
        </a:p>
      </dsp:txBody>
      <dsp:txXfrm>
        <a:off x="4586757" y="3214726"/>
        <a:ext cx="1304292" cy="869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504000" y="360000"/>
            <a:ext cx="2700000" cy="360000"/>
          </a:xfrm>
          <a:prstGeom prst="rect">
            <a:avLst/>
          </a:prstGeom>
        </p:spPr>
        <p:txBody>
          <a:bodyPr vert="horz" lIns="90000" tIns="45720" rIns="91440" bIns="45720" rtlCol="0"/>
          <a:lstStyle>
            <a:lvl1pPr algn="l">
              <a:defRPr sz="1200"/>
            </a:lvl1pPr>
          </a:lstStyle>
          <a:p>
            <a:r>
              <a:rPr lang="nl-NL" dirty="0">
                <a:solidFill>
                  <a:srgbClr val="FF5000"/>
                </a:solidFill>
                <a:latin typeface="Verdana" charset="0"/>
                <a:ea typeface="Verdana" charset="0"/>
                <a:cs typeface="Verdana" charset="0"/>
              </a:rPr>
              <a:t>Kop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601800" y="360000"/>
            <a:ext cx="2700000" cy="360000"/>
          </a:xfrm>
          <a:prstGeom prst="rect">
            <a:avLst/>
          </a:prstGeom>
        </p:spPr>
        <p:txBody>
          <a:bodyPr vert="horz" lIns="90000" tIns="45720" rIns="91440" bIns="45720" rtlCol="0" anchor="ctr" anchorCtr="0"/>
          <a:lstStyle>
            <a:lvl1pPr algn="r">
              <a:defRPr sz="1200"/>
            </a:lvl1pPr>
          </a:lstStyle>
          <a:p>
            <a:fld id="{B2CEF7A9-CF53-CE4F-9AD5-A3F67FBAD54F}" type="datetime1">
              <a:rPr lang="nl-BE" smtClean="0">
                <a:solidFill>
                  <a:srgbClr val="FF5000"/>
                </a:solidFill>
              </a:rPr>
              <a:t>14/12/2023</a:t>
            </a:fld>
            <a:endParaRPr lang="nl-NL" dirty="0">
              <a:solidFill>
                <a:srgbClr val="FF5000"/>
              </a:solidFill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504000" y="8508775"/>
            <a:ext cx="2971800" cy="36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200"/>
            </a:lvl1pPr>
          </a:lstStyle>
          <a:p>
            <a:r>
              <a:rPr lang="nl-NL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Voet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601800" y="8506800"/>
            <a:ext cx="2700000" cy="360000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200"/>
            </a:lvl1pPr>
          </a:lstStyle>
          <a:p>
            <a:fld id="{B2B4E666-D715-AD48-99EC-80D1C3222789}" type="slidenum">
              <a:rPr lang="nl-NL" smtClean="0">
                <a:solidFill>
                  <a:srgbClr val="0033A0"/>
                </a:solidFill>
              </a:rPr>
              <a:t>‹#›</a:t>
            </a:fld>
            <a:endParaRPr lang="nl-NL" dirty="0">
              <a:solidFill>
                <a:srgbClr val="0033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63963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684000" y="540000"/>
            <a:ext cx="2700000" cy="360000"/>
          </a:xfrm>
          <a:prstGeom prst="rect">
            <a:avLst/>
          </a:prstGeom>
          <a:solidFill>
            <a:srgbClr val="0033A0"/>
          </a:solidFill>
        </p:spPr>
        <p:txBody>
          <a:bodyPr vert="horz" lIns="90000" tIns="45720" rIns="91440" bIns="45720" rtlCol="0" anchor="ctr" anchorCtr="0"/>
          <a:lstStyle>
            <a:lvl1pPr algn="l">
              <a:defRPr sz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nl-NL"/>
              <a:t>Kop</a:t>
            </a: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537000" y="540000"/>
            <a:ext cx="2700000" cy="360000"/>
          </a:xfrm>
          <a:prstGeom prst="rect">
            <a:avLst/>
          </a:prstGeom>
        </p:spPr>
        <p:txBody>
          <a:bodyPr vert="horz" lIns="90000" tIns="45720" rIns="91440" bIns="45720" rtlCol="0" anchor="ctr" anchorCtr="0"/>
          <a:lstStyle>
            <a:lvl1pPr algn="r">
              <a:defRPr sz="90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04CE5649-7D12-FC49-B20C-30CFFCD965D8}" type="datetime1">
              <a:rPr lang="nl-BE" smtClean="0"/>
              <a:t>14/12/2023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720000" y="8280000"/>
            <a:ext cx="2700000" cy="360000"/>
          </a:xfrm>
          <a:prstGeom prst="rect">
            <a:avLst/>
          </a:prstGeom>
        </p:spPr>
        <p:txBody>
          <a:bodyPr vert="horz" lIns="90000" tIns="45720" rIns="91440" bIns="45720" rtlCol="0" anchor="ctr" anchorCtr="0"/>
          <a:lstStyle>
            <a:lvl1pPr algn="l">
              <a:defRPr sz="1000">
                <a:solidFill>
                  <a:srgbClr val="FF5000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nl-NL" dirty="0"/>
              <a:t>Voet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537000" y="8280000"/>
            <a:ext cx="2700000" cy="360000"/>
          </a:xfrm>
          <a:prstGeom prst="rect">
            <a:avLst/>
          </a:prstGeom>
        </p:spPr>
        <p:txBody>
          <a:bodyPr vert="horz" lIns="90000" tIns="45720" rIns="91440" bIns="45720" rtlCol="0" anchor="ctr" anchorCtr="0"/>
          <a:lstStyle>
            <a:lvl1pPr algn="r">
              <a:defRPr sz="900">
                <a:solidFill>
                  <a:srgbClr val="FF5000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9FDDC29C-F309-0C44-B1DF-48E28FDE6E46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768988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koptekst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nl-NL"/>
              <a:t>Kop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B577EEF-5AEC-0741-9965-F95D0F758AD1}" type="datetime1">
              <a:rPr lang="nl-BE" smtClean="0"/>
              <a:t>14/12/2023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/>
              <a:t>Voet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FDDC29C-F309-0C44-B1DF-48E28FDE6E46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804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cherm met campagnebeeld en baseline - N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" r="45038" b="33640"/>
          <a:stretch/>
        </p:blipFill>
        <p:spPr>
          <a:xfrm>
            <a:off x="-1" y="0"/>
            <a:ext cx="9144001" cy="4762500"/>
          </a:xfrm>
          <a:prstGeom prst="rect">
            <a:avLst/>
          </a:prstGeom>
        </p:spPr>
      </p:pic>
      <p:sp>
        <p:nvSpPr>
          <p:cNvPr id="14" name="Rechthoek 13"/>
          <p:cNvSpPr/>
          <p:nvPr userDrawn="1"/>
        </p:nvSpPr>
        <p:spPr>
          <a:xfrm>
            <a:off x="875" y="0"/>
            <a:ext cx="9143125" cy="4762736"/>
          </a:xfrm>
          <a:prstGeom prst="rect">
            <a:avLst/>
          </a:prstGeom>
          <a:solidFill>
            <a:schemeClr val="accent1">
              <a:alpha val="52000"/>
            </a:schemeClr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6" name="Vrije vorm 15"/>
          <p:cNvSpPr/>
          <p:nvPr userDrawn="1"/>
        </p:nvSpPr>
        <p:spPr>
          <a:xfrm>
            <a:off x="6516291" y="1"/>
            <a:ext cx="26460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230771" y="2180885"/>
            <a:ext cx="3370346" cy="27737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40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230771" y="2928620"/>
            <a:ext cx="3253135" cy="297004"/>
          </a:xfr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>
            <a:lvl1pPr>
              <a:defRPr sz="1400"/>
            </a:lvl1pPr>
          </a:lstStyle>
          <a:p>
            <a:pPr lvl="0"/>
            <a:r>
              <a:rPr lang="nl-NL" dirty="0"/>
              <a:t>Naam van de spreker</a:t>
            </a:r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230771" y="1746813"/>
            <a:ext cx="4625928" cy="368750"/>
          </a:xfrm>
        </p:spPr>
        <p:txBody>
          <a:bodyPr tIns="36000" bIns="0"/>
          <a:lstStyle>
            <a:lvl1pPr>
              <a:defRPr sz="24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pic>
        <p:nvPicPr>
          <p:cNvPr id="17" name="Afbeelding 16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6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cherm met campagne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" r="45038" b="33640"/>
          <a:stretch/>
        </p:blipFill>
        <p:spPr>
          <a:xfrm>
            <a:off x="-1" y="0"/>
            <a:ext cx="9144001" cy="4762500"/>
          </a:xfrm>
          <a:prstGeom prst="rect">
            <a:avLst/>
          </a:prstGeom>
        </p:spPr>
      </p:pic>
      <p:sp>
        <p:nvSpPr>
          <p:cNvPr id="9" name="Rechthoek 8"/>
          <p:cNvSpPr/>
          <p:nvPr userDrawn="1"/>
        </p:nvSpPr>
        <p:spPr>
          <a:xfrm>
            <a:off x="875" y="0"/>
            <a:ext cx="9143125" cy="4762736"/>
          </a:xfrm>
          <a:prstGeom prst="rect">
            <a:avLst/>
          </a:prstGeom>
          <a:solidFill>
            <a:schemeClr val="accent1">
              <a:alpha val="52000"/>
            </a:schemeClr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2532948"/>
            <a:ext cx="3253135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3687710"/>
            <a:ext cx="2283221" cy="267766"/>
          </a:xfr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2154110"/>
            <a:ext cx="4083664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pic>
        <p:nvPicPr>
          <p:cNvPr id="7" name="Afbeelding 6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  <p:sp>
        <p:nvSpPr>
          <p:cNvPr id="11" name="Vrije vorm 10"/>
          <p:cNvSpPr/>
          <p:nvPr userDrawn="1"/>
        </p:nvSpPr>
        <p:spPr>
          <a:xfrm>
            <a:off x="6516291" y="1"/>
            <a:ext cx="26460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cherm op donkere achtergro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8"/>
            <a:ext cx="12130370" cy="4884070"/>
          </a:xfrm>
          <a:prstGeom prst="rect">
            <a:avLst/>
          </a:prstGeom>
        </p:spPr>
      </p:pic>
      <p:sp>
        <p:nvSpPr>
          <p:cNvPr id="15" name="Rechthoek 14"/>
          <p:cNvSpPr/>
          <p:nvPr/>
        </p:nvSpPr>
        <p:spPr>
          <a:xfrm>
            <a:off x="1652297" y="1592353"/>
            <a:ext cx="4939004" cy="1662510"/>
          </a:xfrm>
          <a:prstGeom prst="rect">
            <a:avLst/>
          </a:prstGeom>
          <a:solidFill>
            <a:srgbClr val="00329F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1780225" y="1701580"/>
            <a:ext cx="4120084" cy="816975"/>
          </a:xfrm>
          <a:noFill/>
        </p:spPr>
        <p:txBody>
          <a:bodyPr tIns="36000" bIns="0" anchor="b">
            <a:noAutofit/>
          </a:bodyPr>
          <a:lstStyle>
            <a:lvl1pPr>
              <a:defRPr sz="2100" strike="noStrike" baseline="0"/>
            </a:lvl1pPr>
          </a:lstStyle>
          <a:p>
            <a:r>
              <a:rPr lang="nl-NL" dirty="0"/>
              <a:t>titel van </a:t>
            </a:r>
            <a:r>
              <a:rPr lang="nl-NL"/>
              <a:t>de </a:t>
            </a:r>
            <a:br>
              <a:rPr lang="nl-NL"/>
            </a:br>
            <a:r>
              <a:rPr lang="nl-NL"/>
              <a:t>presentatie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1827936" y="2600239"/>
            <a:ext cx="1619354" cy="226207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050" i="1" kern="1200" cap="none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Naam van de spreker</a:t>
            </a:r>
          </a:p>
        </p:txBody>
      </p:sp>
      <p:pic>
        <p:nvPicPr>
          <p:cNvPr id="10" name="Afbeelding 9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  <p:sp>
        <p:nvSpPr>
          <p:cNvPr id="17" name="Vrije vorm 16"/>
          <p:cNvSpPr/>
          <p:nvPr userDrawn="1"/>
        </p:nvSpPr>
        <p:spPr>
          <a:xfrm>
            <a:off x="6498000" y="0"/>
            <a:ext cx="26460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8" name="Tijdelijke aanduiding voor tekst 17"/>
          <p:cNvSpPr txBox="1">
            <a:spLocks/>
          </p:cNvSpPr>
          <p:nvPr userDrawn="1"/>
        </p:nvSpPr>
        <p:spPr>
          <a:xfrm rot="10800000">
            <a:off x="5904512" y="1592352"/>
            <a:ext cx="682490" cy="1662510"/>
          </a:xfrm>
          <a:prstGeom prst="rtTriangle">
            <a:avLst/>
          </a:prstGeom>
          <a:solidFill>
            <a:schemeClr val="accent2"/>
          </a:solidFill>
        </p:spPr>
        <p:txBody>
          <a:bodyPr vert="horz" lIns="90000" tIns="45720" rIns="91440" bIns="45720" rtlCol="0">
            <a:noAutofit/>
          </a:bodyPr>
          <a:lstStyle>
            <a:lvl1pPr marL="0" indent="0" algn="l" defTabSz="914377" rtl="0" eaLnBrk="1" latinLnBrk="0" hangingPunct="1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Font typeface="Arial" charset="0"/>
              <a:buNone/>
              <a:defRPr sz="16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68288" indent="-2571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671513" indent="-220663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73150" indent="-2190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Font typeface="Arial"/>
              <a:buChar char="•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44600" indent="0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/>
              <a:buNone/>
              <a:tabLst/>
              <a:defRPr sz="1400" kern="1200" baseline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147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cherm met campagne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7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hthoek 7"/>
          <p:cNvSpPr/>
          <p:nvPr userDrawn="1"/>
        </p:nvSpPr>
        <p:spPr>
          <a:xfrm>
            <a:off x="1" y="-8585"/>
            <a:ext cx="9144000" cy="6866585"/>
          </a:xfrm>
          <a:prstGeom prst="rect">
            <a:avLst/>
          </a:prstGeom>
          <a:solidFill>
            <a:schemeClr val="accent1">
              <a:alpha val="52000"/>
            </a:schemeClr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5" name="Rechthoek 14"/>
          <p:cNvSpPr/>
          <p:nvPr/>
        </p:nvSpPr>
        <p:spPr>
          <a:xfrm>
            <a:off x="2351016" y="1979875"/>
            <a:ext cx="4760984" cy="2512800"/>
          </a:xfrm>
          <a:prstGeom prst="rect">
            <a:avLst/>
          </a:prstGeom>
          <a:solidFill>
            <a:srgbClr val="00329F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6" name="Tijdelijke aanduiding voor tekst 17"/>
          <p:cNvSpPr txBox="1">
            <a:spLocks/>
          </p:cNvSpPr>
          <p:nvPr/>
        </p:nvSpPr>
        <p:spPr>
          <a:xfrm rot="10800000">
            <a:off x="6114801" y="1982234"/>
            <a:ext cx="997200" cy="2512800"/>
          </a:xfrm>
          <a:prstGeom prst="rtTriangle">
            <a:avLst/>
          </a:prstGeom>
          <a:solidFill>
            <a:schemeClr val="accent2"/>
          </a:solidFill>
        </p:spPr>
        <p:txBody>
          <a:bodyPr vert="horz" lIns="67500" tIns="34290" rIns="68580" bIns="34290" rtlCol="0">
            <a:noAutofit/>
          </a:bodyPr>
          <a:lstStyle>
            <a:lvl1pPr marL="0" indent="0" algn="l" defTabSz="914377" rtl="0" eaLnBrk="1" latinLnBrk="0" hangingPunct="1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Font typeface="Arial" charset="0"/>
              <a:buNone/>
              <a:defRPr sz="16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68288" indent="-2571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671513" indent="-220663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73150" indent="-2190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Font typeface="Arial"/>
              <a:buChar char="•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44600" indent="0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/>
              <a:buNone/>
              <a:tabLst/>
              <a:defRPr sz="1400" kern="1200" baseline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/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750660FE-C7F0-1D4C-9BBD-F17DBAFAA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3088" y="2927829"/>
            <a:ext cx="3370871" cy="908898"/>
          </a:xfrm>
          <a:noFill/>
        </p:spPr>
        <p:txBody>
          <a:bodyPr wrap="square" tIns="36000" bIns="0" anchor="ctr">
            <a:spAutoFit/>
          </a:bodyPr>
          <a:lstStyle>
            <a:lvl1pPr>
              <a:defRPr sz="2100" strike="noStrike" baseline="0"/>
            </a:lvl1pPr>
          </a:lstStyle>
          <a:p>
            <a:r>
              <a:rPr lang="nl-NL" dirty="0"/>
              <a:t>Klik om een</a:t>
            </a:r>
            <a:br>
              <a:rPr lang="nl-NL" dirty="0"/>
            </a:br>
            <a:r>
              <a:rPr lang="nl-NL" dirty="0"/>
              <a:t>hoofdstuk</a:t>
            </a:r>
            <a:r>
              <a:rPr lang="nl-NL" baseline="0" dirty="0"/>
              <a:t>titel </a:t>
            </a:r>
            <a:br>
              <a:rPr lang="nl-NL" baseline="0" dirty="0"/>
            </a:br>
            <a:r>
              <a:rPr lang="nl-NL" baseline="0" dirty="0"/>
              <a:t>te maken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679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cherm zonder campagne bee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/>
          <p:cNvSpPr/>
          <p:nvPr/>
        </p:nvSpPr>
        <p:spPr>
          <a:xfrm>
            <a:off x="1804916" y="1979875"/>
            <a:ext cx="5513400" cy="2512800"/>
          </a:xfrm>
          <a:prstGeom prst="rect">
            <a:avLst/>
          </a:prstGeom>
          <a:solidFill>
            <a:srgbClr val="00329F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7" name="Vrije vorm 6"/>
          <p:cNvSpPr/>
          <p:nvPr userDrawn="1"/>
        </p:nvSpPr>
        <p:spPr>
          <a:xfrm>
            <a:off x="6495870" y="0"/>
            <a:ext cx="26424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75BA56C9-40D4-094D-A65A-7839BEDCC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1129" y="2927829"/>
            <a:ext cx="4873850" cy="908898"/>
          </a:xfrm>
          <a:noFill/>
        </p:spPr>
        <p:txBody>
          <a:bodyPr wrap="square" tIns="36000" bIns="0" anchor="ctr">
            <a:spAutoFit/>
          </a:bodyPr>
          <a:lstStyle>
            <a:lvl1pPr>
              <a:defRPr sz="2100" strike="noStrike" baseline="0"/>
            </a:lvl1pPr>
          </a:lstStyle>
          <a:p>
            <a:r>
              <a:rPr lang="nl-NL" dirty="0"/>
              <a:t>Klik om een</a:t>
            </a:r>
            <a:br>
              <a:rPr lang="nl-NL" dirty="0"/>
            </a:br>
            <a:r>
              <a:rPr lang="nl-NL" dirty="0"/>
              <a:t>hoofdstuk</a:t>
            </a:r>
            <a:r>
              <a:rPr lang="nl-NL" baseline="0" dirty="0"/>
              <a:t>titel </a:t>
            </a:r>
            <a:br>
              <a:rPr lang="nl-NL" baseline="0" dirty="0"/>
            </a:br>
            <a:r>
              <a:rPr lang="nl-NL" baseline="0" dirty="0"/>
              <a:t>te maken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3080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1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0"/>
            <a:ext cx="7040810" cy="346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80F383-DDBA-8740-B559-BDB08B56C63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457950" y="6420950"/>
            <a:ext cx="1814029" cy="172800"/>
          </a:xfrm>
        </p:spPr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tekst -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0"/>
            <a:ext cx="8039254" cy="3467100"/>
          </a:xfrm>
        </p:spPr>
        <p:txBody>
          <a:bodyPr numCol="2" spcCol="1260000"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5C9267F-1A9F-8A43-AB7F-2892DABA32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, tekst en éé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4674128" cy="33648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sz="quarter" idx="14"/>
          </p:nvPr>
        </p:nvSpPr>
        <p:spPr>
          <a:xfrm>
            <a:off x="5553636" y="683763"/>
            <a:ext cx="3095065" cy="4671220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63E990C-60A6-B044-839B-10C17953D7B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, tekst en 2 foto's + Baseline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4674128" cy="33648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5"/>
          </p:nvPr>
        </p:nvSpPr>
        <p:spPr>
          <a:xfrm>
            <a:off x="5553635" y="3789756"/>
            <a:ext cx="3133165" cy="2175512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grpSp>
        <p:nvGrpSpPr>
          <p:cNvPr id="11" name="Groeperen 10"/>
          <p:cNvGrpSpPr/>
          <p:nvPr userDrawn="1"/>
        </p:nvGrpSpPr>
        <p:grpSpPr>
          <a:xfrm>
            <a:off x="5553634" y="2275745"/>
            <a:ext cx="3142076" cy="1414266"/>
            <a:chOff x="0" y="2339828"/>
            <a:chExt cx="3393649" cy="1170224"/>
          </a:xfrm>
          <a:solidFill>
            <a:srgbClr val="00329F"/>
          </a:solidFill>
        </p:grpSpPr>
        <p:sp>
          <p:nvSpPr>
            <p:cNvPr id="12" name="Rechthoek 11"/>
            <p:cNvSpPr/>
            <p:nvPr/>
          </p:nvSpPr>
          <p:spPr>
            <a:xfrm>
              <a:off x="0" y="2339828"/>
              <a:ext cx="3393649" cy="1170224"/>
            </a:xfrm>
            <a:prstGeom prst="rect">
              <a:avLst/>
            </a:prstGeom>
            <a:grpFill/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200" dirty="0" err="1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13" name="Tijdelijke aanduiding voor tekst 17"/>
            <p:cNvSpPr txBox="1">
              <a:spLocks/>
            </p:cNvSpPr>
            <p:nvPr/>
          </p:nvSpPr>
          <p:spPr>
            <a:xfrm rot="10800000">
              <a:off x="2950589" y="2339828"/>
              <a:ext cx="443059" cy="1150314"/>
            </a:xfrm>
            <a:prstGeom prst="rtTriangle">
              <a:avLst/>
            </a:prstGeom>
            <a:grpFill/>
          </p:spPr>
          <p:txBody>
            <a:bodyPr vert="horz" lIns="90000" tIns="45720" rIns="91440" bIns="45720" rtlCol="0">
              <a:noAutofit/>
            </a:bodyPr>
            <a:lstStyle>
              <a:lvl1pPr marL="0" indent="0" algn="l" defTabSz="914377" rtl="0" eaLnBrk="1" latinLnBrk="0" hangingPunct="1">
                <a:lnSpc>
                  <a:spcPct val="95000"/>
                </a:lnSpc>
                <a:spcBef>
                  <a:spcPts val="1000"/>
                </a:spcBef>
                <a:spcAft>
                  <a:spcPts val="1000"/>
                </a:spcAft>
                <a:buFont typeface="Arial" charset="0"/>
                <a:buNone/>
                <a:defRPr sz="16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268288" indent="-257175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rgbClr val="FF5000"/>
                </a:buClr>
                <a:buSzPct val="90000"/>
                <a:buFont typeface="LucidaGrande" charset="0"/>
                <a:buChar char="▶︎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671513" indent="-220663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chemeClr val="bg1">
                    <a:lumMod val="50000"/>
                  </a:schemeClr>
                </a:buClr>
                <a:buSzPct val="90000"/>
                <a:buFont typeface="LucidaGrande" charset="0"/>
                <a:buChar char="▶︎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73150" indent="-219075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rgbClr val="FF5000"/>
                </a:buClr>
                <a:buFont typeface="Arial"/>
                <a:buChar char="•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44600" indent="0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chemeClr val="bg1">
                    <a:lumMod val="50000"/>
                  </a:schemeClr>
                </a:buClr>
                <a:buFont typeface="Arial"/>
                <a:buNone/>
                <a:tabLst/>
                <a:defRPr sz="1400" kern="1200" baseline="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200"/>
            </a:p>
          </p:txBody>
        </p:sp>
      </p:grpSp>
      <p:sp>
        <p:nvSpPr>
          <p:cNvPr id="17" name="Tijdelijke aanduiding voor tekst 17"/>
          <p:cNvSpPr txBox="1">
            <a:spLocks/>
          </p:cNvSpPr>
          <p:nvPr userDrawn="1"/>
        </p:nvSpPr>
        <p:spPr>
          <a:xfrm rot="10800000">
            <a:off x="8137710" y="2275189"/>
            <a:ext cx="558000" cy="1414821"/>
          </a:xfrm>
          <a:prstGeom prst="rtTriangle">
            <a:avLst/>
          </a:prstGeom>
          <a:solidFill>
            <a:schemeClr val="accent2"/>
          </a:solidFill>
        </p:spPr>
        <p:txBody>
          <a:bodyPr vert="horz" lIns="67500" tIns="34290" rIns="68580" bIns="34290" rtlCol="0">
            <a:noAutofit/>
          </a:bodyPr>
          <a:lstStyle>
            <a:lvl1pPr marL="0" indent="0" algn="l" defTabSz="914377" rtl="0" eaLnBrk="1" latinLnBrk="0" hangingPunct="1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Font typeface="Arial" charset="0"/>
              <a:buNone/>
              <a:defRPr sz="16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68288" indent="-2571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671513" indent="-220663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73150" indent="-219075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rgbClr val="FF5000"/>
              </a:buClr>
              <a:buFont typeface="Arial"/>
              <a:buChar char="•"/>
              <a:tabLst/>
              <a:defRPr sz="14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44600" indent="0" algn="l" defTabSz="914377" rtl="0" eaLnBrk="1" latinLnBrk="0" hangingPunct="1">
              <a:lnSpc>
                <a:spcPct val="95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/>
              <a:buNone/>
              <a:tabLst/>
              <a:defRPr sz="1400" kern="1200" baseline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/>
          </a:p>
        </p:txBody>
      </p:sp>
      <p:sp>
        <p:nvSpPr>
          <p:cNvPr id="18" name="Tijdelijke aanduiding voor afbeelding 2"/>
          <p:cNvSpPr>
            <a:spLocks noGrp="1"/>
          </p:cNvSpPr>
          <p:nvPr>
            <p:ph type="pic" sz="quarter" idx="16"/>
          </p:nvPr>
        </p:nvSpPr>
        <p:spPr>
          <a:xfrm>
            <a:off x="5553634" y="-7953"/>
            <a:ext cx="3133165" cy="2175512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E3487D8-4803-CE4C-B870-6BAFC1A870A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F2D7F7B6-59ED-0E41-8DBC-84606AE1E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2140" y="2794118"/>
            <a:ext cx="2392358" cy="397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tekst - drieho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7" y="1990140"/>
            <a:ext cx="5981854" cy="346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0"/>
          <p:cNvSpPr>
            <a:spLocks noGrp="1"/>
          </p:cNvSpPr>
          <p:nvPr>
            <p:ph type="body" sz="quarter" idx="17" hasCustomPrompt="1"/>
          </p:nvPr>
        </p:nvSpPr>
        <p:spPr>
          <a:xfrm rot="10800000">
            <a:off x="7976094" y="2198072"/>
            <a:ext cx="1170268" cy="4051154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5pPr marL="933450" indent="0">
              <a:buNone/>
              <a:defRPr baseline="0"/>
            </a:lvl5pPr>
          </a:lstStyle>
          <a:p>
            <a:pPr lvl="4"/>
            <a:r>
              <a:rPr lang="en-US" dirty="0"/>
              <a:t> </a:t>
            </a:r>
          </a:p>
        </p:txBody>
      </p:sp>
      <p:sp>
        <p:nvSpPr>
          <p:cNvPr id="16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EE99FF6-7A70-454D-8F9B-EACBA3C6585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achtergro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2"/>
          <p:cNvSpPr>
            <a:spLocks noGrp="1"/>
          </p:cNvSpPr>
          <p:nvPr>
            <p:ph type="pic" idx="12"/>
          </p:nvPr>
        </p:nvSpPr>
        <p:spPr>
          <a:xfrm>
            <a:off x="-3220" y="1"/>
            <a:ext cx="9147221" cy="5984875"/>
          </a:xfrm>
        </p:spPr>
        <p:txBody>
          <a:bodyPr lIns="2880000" tIns="1475999" rIns="2880000" anchor="t" anchorCtr="0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7" y="1990140"/>
            <a:ext cx="2664619" cy="3467100"/>
          </a:xfrm>
        </p:spPr>
        <p:txBody>
          <a:bodyPr/>
          <a:lstStyle>
            <a:lvl1pPr>
              <a:buClr>
                <a:schemeClr val="bg1"/>
              </a:buClr>
              <a:defRPr sz="105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9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9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17" hasCustomPrompt="1"/>
          </p:nvPr>
        </p:nvSpPr>
        <p:spPr>
          <a:xfrm rot="10800000">
            <a:off x="7976094" y="2198072"/>
            <a:ext cx="1170268" cy="4051154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5pPr marL="933450" indent="0">
              <a:buNone/>
              <a:defRPr baseline="0"/>
            </a:lvl5pPr>
          </a:lstStyle>
          <a:p>
            <a:pPr lvl="4"/>
            <a:r>
              <a:rPr lang="en-US" dirty="0"/>
              <a:t> </a:t>
            </a:r>
          </a:p>
        </p:txBody>
      </p:sp>
      <p:sp>
        <p:nvSpPr>
          <p:cNvPr id="16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DECE31D-5621-D34B-BCEC-F73A12A2B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3278940" cy="33648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jdelijke aanduiding voor grafiek 4"/>
          <p:cNvSpPr>
            <a:spLocks noGrp="1"/>
          </p:cNvSpPr>
          <p:nvPr>
            <p:ph type="chart" sz="quarter" idx="14"/>
          </p:nvPr>
        </p:nvSpPr>
        <p:spPr>
          <a:xfrm>
            <a:off x="4227226" y="1990726"/>
            <a:ext cx="4288124" cy="33639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chart</a:t>
            </a:r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E9F2AA0-7ED3-FE49-A5EF-051D6D0FB5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sz="quarter" idx="15"/>
          </p:nvPr>
        </p:nvSpPr>
        <p:spPr>
          <a:xfrm>
            <a:off x="548880" y="1843089"/>
            <a:ext cx="6309121" cy="368828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table</a:t>
            </a:r>
          </a:p>
        </p:txBody>
      </p:sp>
      <p:sp>
        <p:nvSpPr>
          <p:cNvPr id="10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00F04B4-D862-E140-AE7F-1C5AB9893AC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 - 3 topics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2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CDB09E2-E7D2-D243-8A95-08D9B6E6C6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 - 3 topics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2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2971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974AD67-7496-1144-852D-747A4F4E79D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ronde topics -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751277" y="2398034"/>
            <a:ext cx="2339280" cy="2339066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282312" y="2398034"/>
            <a:ext cx="2339280" cy="2339066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02246" y="2398034"/>
            <a:ext cx="2339280" cy="2339066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D9099B0-D985-9A49-A1B3-F87C9F74F1A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ronde topics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11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751277" y="2398034"/>
            <a:ext cx="2339280" cy="2339066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282312" y="2398034"/>
            <a:ext cx="2339280" cy="2339066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02246" y="2398034"/>
            <a:ext cx="2339280" cy="2339066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7AD63C0-9AFB-2741-99FA-AA931B30893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884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32051" y="2787799"/>
            <a:ext cx="4025900" cy="1297572"/>
          </a:xfrm>
          <a:prstGeom prst="wedgeRectCallout">
            <a:avLst>
              <a:gd name="adj1" fmla="val -33309"/>
              <a:gd name="adj2" fmla="val 80603"/>
            </a:avLst>
          </a:prstGeom>
          <a:solidFill>
            <a:schemeClr val="accent1"/>
          </a:solidFill>
          <a:ln>
            <a:noFill/>
          </a:ln>
        </p:spPr>
        <p:txBody>
          <a:bodyPr wrap="square" lIns="360000" tIns="360000" rIns="324000" bIns="360000" anchor="ctr">
            <a:spAutoFit/>
          </a:bodyPr>
          <a:lstStyle>
            <a:lvl1pPr algn="l">
              <a:defRPr sz="1500">
                <a:solidFill>
                  <a:schemeClr val="bg1"/>
                </a:solidFill>
              </a:defRPr>
            </a:lvl1pPr>
            <a:lvl2pPr algn="l">
              <a:defRPr sz="1350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0547D6E-CE42-2E43-9732-3BDD78159C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32051" y="2787799"/>
            <a:ext cx="4025900" cy="1297572"/>
          </a:xfrm>
          <a:prstGeom prst="wedgeRectCallout">
            <a:avLst>
              <a:gd name="adj1" fmla="val -33309"/>
              <a:gd name="adj2" fmla="val 80603"/>
            </a:avLst>
          </a:prstGeom>
          <a:noFill/>
          <a:ln w="38100">
            <a:solidFill>
              <a:schemeClr val="accent2"/>
            </a:solidFill>
          </a:ln>
        </p:spPr>
        <p:txBody>
          <a:bodyPr wrap="square" lIns="360000" tIns="360000" rIns="324000" bIns="360000" anchor="ctr">
            <a:spAutoFit/>
          </a:bodyPr>
          <a:lstStyle>
            <a:lvl1pPr algn="l">
              <a:defRPr sz="1500">
                <a:solidFill>
                  <a:schemeClr val="accent1"/>
                </a:solidFill>
              </a:defRPr>
            </a:lvl1pPr>
            <a:lvl2pPr algn="l">
              <a:defRPr sz="1350">
                <a:solidFill>
                  <a:schemeClr val="accent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3E34FAF-5970-8F41-AD61-9E7F3031F1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oranje lijn -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Vrije vorm 5"/>
          <p:cNvSpPr/>
          <p:nvPr userDrawn="1"/>
        </p:nvSpPr>
        <p:spPr>
          <a:xfrm>
            <a:off x="2735797" y="1798366"/>
            <a:ext cx="218927" cy="2808312"/>
          </a:xfrm>
          <a:custGeom>
            <a:avLst/>
            <a:gdLst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98525 h 1771650"/>
              <a:gd name="connsiteX4" fmla="*/ 184150 w 184150"/>
              <a:gd name="connsiteY4" fmla="*/ 1771650 h 1771650"/>
              <a:gd name="connsiteX0" fmla="*/ 177800 w 189210"/>
              <a:gd name="connsiteY0" fmla="*/ 0 h 1771650"/>
              <a:gd name="connsiteX1" fmla="*/ 177800 w 189210"/>
              <a:gd name="connsiteY1" fmla="*/ 454025 h 1771650"/>
              <a:gd name="connsiteX2" fmla="*/ 0 w 189210"/>
              <a:gd name="connsiteY2" fmla="*/ 454025 h 1771650"/>
              <a:gd name="connsiteX3" fmla="*/ 189210 w 189210"/>
              <a:gd name="connsiteY3" fmla="*/ 898525 h 1771650"/>
              <a:gd name="connsiteX4" fmla="*/ 184150 w 189210"/>
              <a:gd name="connsiteY4" fmla="*/ 1771650 h 1771650"/>
              <a:gd name="connsiteX0" fmla="*/ 177800 w 191740"/>
              <a:gd name="connsiteY0" fmla="*/ 0 h 1771650"/>
              <a:gd name="connsiteX1" fmla="*/ 177800 w 191740"/>
              <a:gd name="connsiteY1" fmla="*/ 454025 h 1771650"/>
              <a:gd name="connsiteX2" fmla="*/ 0 w 191740"/>
              <a:gd name="connsiteY2" fmla="*/ 454025 h 1771650"/>
              <a:gd name="connsiteX3" fmla="*/ 191740 w 191740"/>
              <a:gd name="connsiteY3" fmla="*/ 802382 h 1771650"/>
              <a:gd name="connsiteX4" fmla="*/ 184150 w 191740"/>
              <a:gd name="connsiteY4" fmla="*/ 1771650 h 1771650"/>
              <a:gd name="connsiteX0" fmla="*/ 177800 w 186680"/>
              <a:gd name="connsiteY0" fmla="*/ 0 h 1771650"/>
              <a:gd name="connsiteX1" fmla="*/ 177800 w 186680"/>
              <a:gd name="connsiteY1" fmla="*/ 454025 h 1771650"/>
              <a:gd name="connsiteX2" fmla="*/ 0 w 186680"/>
              <a:gd name="connsiteY2" fmla="*/ 454025 h 1771650"/>
              <a:gd name="connsiteX3" fmla="*/ 186680 w 186680"/>
              <a:gd name="connsiteY3" fmla="*/ 802382 h 1771650"/>
              <a:gd name="connsiteX4" fmla="*/ 184150 w 186680"/>
              <a:gd name="connsiteY4" fmla="*/ 1771650 h 1771650"/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04912 h 1771650"/>
              <a:gd name="connsiteX4" fmla="*/ 184150 w 184150"/>
              <a:gd name="connsiteY4" fmla="*/ 177165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50" h="1771650">
                <a:moveTo>
                  <a:pt x="177800" y="0"/>
                </a:moveTo>
                <a:lnTo>
                  <a:pt x="177800" y="454025"/>
                </a:lnTo>
                <a:lnTo>
                  <a:pt x="0" y="454025"/>
                </a:lnTo>
                <a:lnTo>
                  <a:pt x="184150" y="804912"/>
                </a:lnTo>
                <a:lnTo>
                  <a:pt x="184150" y="1771650"/>
                </a:lnTo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50" dirty="0"/>
              <a:t>  </a:t>
            </a: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1363" y="1865035"/>
            <a:ext cx="3334941" cy="2670175"/>
          </a:xfrm>
        </p:spPr>
        <p:txBody>
          <a:bodyPr anchor="ctr"/>
          <a:lstStyle>
            <a:lvl1pPr algn="l">
              <a:defRPr cap="all" baseline="0"/>
            </a:lvl1pPr>
          </a:lstStyle>
          <a:p>
            <a:pPr lvl="0"/>
            <a:r>
              <a:rPr lang="nl-NL" dirty="0"/>
              <a:t>“Klik om de tekststijl van het model te bewerken”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8C20018-6015-E04D-81AF-71748A273B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blauwe lijn -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2723872" y="1460305"/>
            <a:ext cx="4243423" cy="2670175"/>
          </a:xfrm>
        </p:spPr>
        <p:txBody>
          <a:bodyPr anchor="b"/>
          <a:lstStyle>
            <a:lvl1pPr algn="just">
              <a:defRPr cap="all" baseline="0"/>
            </a:lvl1pPr>
          </a:lstStyle>
          <a:p>
            <a:pPr lvl="0"/>
            <a:r>
              <a:rPr lang="nl-NL"/>
              <a:t>“Klik </a:t>
            </a:r>
            <a:r>
              <a:rPr lang="nl-NL" dirty="0"/>
              <a:t>om de tekststijl van het model </a:t>
            </a:r>
            <a:r>
              <a:rPr lang="nl-NL"/>
              <a:t>te bewerken”</a:t>
            </a:r>
            <a:endParaRPr lang="nl-NL" dirty="0"/>
          </a:p>
        </p:txBody>
      </p:sp>
      <p:sp>
        <p:nvSpPr>
          <p:cNvPr id="10" name="Vrije vorm 9"/>
          <p:cNvSpPr/>
          <p:nvPr/>
        </p:nvSpPr>
        <p:spPr>
          <a:xfrm>
            <a:off x="2768842" y="4419181"/>
            <a:ext cx="4175968" cy="193637"/>
          </a:xfrm>
          <a:custGeom>
            <a:avLst/>
            <a:gdLst>
              <a:gd name="connsiteX0" fmla="*/ 0 w 4905487"/>
              <a:gd name="connsiteY0" fmla="*/ 0 h 193637"/>
              <a:gd name="connsiteX1" fmla="*/ 419548 w 4905487"/>
              <a:gd name="connsiteY1" fmla="*/ 0 h 193637"/>
              <a:gd name="connsiteX2" fmla="*/ 419548 w 4905487"/>
              <a:gd name="connsiteY2" fmla="*/ 193637 h 193637"/>
              <a:gd name="connsiteX3" fmla="*/ 910814 w 4905487"/>
              <a:gd name="connsiteY3" fmla="*/ 3585 h 193637"/>
              <a:gd name="connsiteX4" fmla="*/ 4905487 w 4905487"/>
              <a:gd name="connsiteY4" fmla="*/ 3585 h 193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487" h="193637">
                <a:moveTo>
                  <a:pt x="0" y="0"/>
                </a:moveTo>
                <a:lnTo>
                  <a:pt x="419548" y="0"/>
                </a:lnTo>
                <a:lnTo>
                  <a:pt x="419548" y="193637"/>
                </a:lnTo>
                <a:lnTo>
                  <a:pt x="910814" y="3585"/>
                </a:lnTo>
                <a:lnTo>
                  <a:pt x="4905487" y="3585"/>
                </a:lnTo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7EC090A-D2D9-624B-AE03-F51E6384EB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ledige tekst Poinca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150" y="1024001"/>
            <a:ext cx="5587200" cy="4505606"/>
          </a:xfrm>
          <a:prstGeom prst="rect">
            <a:avLst/>
          </a:prstGeom>
        </p:spPr>
      </p:pic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56D569D-FCF6-2649-A67B-ADE0E6268C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004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met pat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4" name="Tijdelijke aanduiding voor tekst 33"/>
          <p:cNvSpPr>
            <a:spLocks noGrp="1"/>
          </p:cNvSpPr>
          <p:nvPr>
            <p:ph type="body" sz="quarter" idx="13"/>
          </p:nvPr>
        </p:nvSpPr>
        <p:spPr>
          <a:xfrm>
            <a:off x="888596" y="475669"/>
            <a:ext cx="3169991" cy="5070692"/>
          </a:xfrm>
        </p:spPr>
        <p:txBody>
          <a:bodyPr>
            <a:noAutofit/>
          </a:bodyPr>
          <a:lstStyle>
            <a:lvl1pPr>
              <a:lnSpc>
                <a:spcPct val="70000"/>
              </a:lnSpc>
              <a:defRPr sz="6750" b="1" i="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867089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287380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707671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4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127962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7560953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6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006644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7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8426935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8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5873749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9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294040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714331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134622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7567613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3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013304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4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433595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5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5873749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6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4040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6714331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8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7134622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9" name="Text Placeholder 4"/>
          <p:cNvSpPr>
            <a:spLocks noGrp="1"/>
          </p:cNvSpPr>
          <p:nvPr>
            <p:ph type="body" sz="quarter" idx="32" hasCustomPrompt="1"/>
          </p:nvPr>
        </p:nvSpPr>
        <p:spPr>
          <a:xfrm>
            <a:off x="7567613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8013304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1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8433595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5873941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3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6294232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6714523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5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7134814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6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567805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8013496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8433787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0C955C5-D65A-A242-B75D-12CE11F5525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ndertitel en tekst met pat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68325" y="2005130"/>
            <a:ext cx="5018075" cy="346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9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867089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287380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707671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127962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7560953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006644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8426935" y="297670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5873749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294040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714331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134622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7567613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013304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433595" y="1453264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5873749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4040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6714331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7134622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32" hasCustomPrompt="1"/>
          </p:nvPr>
        </p:nvSpPr>
        <p:spPr>
          <a:xfrm>
            <a:off x="7567613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8013304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8433595" y="2605783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5873941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6294232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6714523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59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7134814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60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567805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61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8013496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62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8433787" y="3761377"/>
            <a:ext cx="432000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D7DD00E-9BFF-3E4C-9F78-2EB111EB75C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049295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92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42D65C0-6B36-B546-B895-8F635A3467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 sch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1F3470-718B-1D41-919E-660E15B8776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oo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Vrije vorm 3"/>
          <p:cNvSpPr/>
          <p:nvPr userDrawn="1"/>
        </p:nvSpPr>
        <p:spPr>
          <a:xfrm>
            <a:off x="3733525" y="1362518"/>
            <a:ext cx="172442" cy="3777307"/>
          </a:xfrm>
          <a:custGeom>
            <a:avLst/>
            <a:gdLst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98525 h 1771650"/>
              <a:gd name="connsiteX4" fmla="*/ 184150 w 184150"/>
              <a:gd name="connsiteY4" fmla="*/ 1771650 h 1771650"/>
              <a:gd name="connsiteX0" fmla="*/ 177800 w 189210"/>
              <a:gd name="connsiteY0" fmla="*/ 0 h 1771650"/>
              <a:gd name="connsiteX1" fmla="*/ 177800 w 189210"/>
              <a:gd name="connsiteY1" fmla="*/ 454025 h 1771650"/>
              <a:gd name="connsiteX2" fmla="*/ 0 w 189210"/>
              <a:gd name="connsiteY2" fmla="*/ 454025 h 1771650"/>
              <a:gd name="connsiteX3" fmla="*/ 189210 w 189210"/>
              <a:gd name="connsiteY3" fmla="*/ 898525 h 1771650"/>
              <a:gd name="connsiteX4" fmla="*/ 184150 w 189210"/>
              <a:gd name="connsiteY4" fmla="*/ 1771650 h 1771650"/>
              <a:gd name="connsiteX0" fmla="*/ 177800 w 191740"/>
              <a:gd name="connsiteY0" fmla="*/ 0 h 1771650"/>
              <a:gd name="connsiteX1" fmla="*/ 177800 w 191740"/>
              <a:gd name="connsiteY1" fmla="*/ 454025 h 1771650"/>
              <a:gd name="connsiteX2" fmla="*/ 0 w 191740"/>
              <a:gd name="connsiteY2" fmla="*/ 454025 h 1771650"/>
              <a:gd name="connsiteX3" fmla="*/ 191740 w 191740"/>
              <a:gd name="connsiteY3" fmla="*/ 802382 h 1771650"/>
              <a:gd name="connsiteX4" fmla="*/ 184150 w 191740"/>
              <a:gd name="connsiteY4" fmla="*/ 1771650 h 1771650"/>
              <a:gd name="connsiteX0" fmla="*/ 177800 w 186680"/>
              <a:gd name="connsiteY0" fmla="*/ 0 h 1771650"/>
              <a:gd name="connsiteX1" fmla="*/ 177800 w 186680"/>
              <a:gd name="connsiteY1" fmla="*/ 454025 h 1771650"/>
              <a:gd name="connsiteX2" fmla="*/ 0 w 186680"/>
              <a:gd name="connsiteY2" fmla="*/ 454025 h 1771650"/>
              <a:gd name="connsiteX3" fmla="*/ 186680 w 186680"/>
              <a:gd name="connsiteY3" fmla="*/ 802382 h 1771650"/>
              <a:gd name="connsiteX4" fmla="*/ 184150 w 186680"/>
              <a:gd name="connsiteY4" fmla="*/ 1771650 h 1771650"/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04912 h 1771650"/>
              <a:gd name="connsiteX4" fmla="*/ 184150 w 184150"/>
              <a:gd name="connsiteY4" fmla="*/ 1771650 h 1771650"/>
              <a:gd name="connsiteX0" fmla="*/ 205601 w 211951"/>
              <a:gd name="connsiteY0" fmla="*/ 0 h 1771650"/>
              <a:gd name="connsiteX1" fmla="*/ 205601 w 211951"/>
              <a:gd name="connsiteY1" fmla="*/ 454025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1951"/>
              <a:gd name="connsiteY0" fmla="*/ 0 h 1771650"/>
              <a:gd name="connsiteX1" fmla="*/ 202125 w 211951"/>
              <a:gd name="connsiteY1" fmla="*/ 120420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6025"/>
              <a:gd name="connsiteY0" fmla="*/ 0 h 1771650"/>
              <a:gd name="connsiteX1" fmla="*/ 216025 w 216025"/>
              <a:gd name="connsiteY1" fmla="*/ 113470 h 1771650"/>
              <a:gd name="connsiteX2" fmla="*/ 0 w 216025"/>
              <a:gd name="connsiteY2" fmla="*/ 106521 h 1771650"/>
              <a:gd name="connsiteX3" fmla="*/ 211951 w 216025"/>
              <a:gd name="connsiteY3" fmla="*/ 804912 h 1771650"/>
              <a:gd name="connsiteX4" fmla="*/ 211951 w 216025"/>
              <a:gd name="connsiteY4" fmla="*/ 1771650 h 1771650"/>
              <a:gd name="connsiteX0" fmla="*/ 205601 w 211951"/>
              <a:gd name="connsiteY0" fmla="*/ 0 h 1771650"/>
              <a:gd name="connsiteX1" fmla="*/ 202125 w 211951"/>
              <a:gd name="connsiteY1" fmla="*/ 116945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1951"/>
              <a:gd name="connsiteY0" fmla="*/ 0 h 1771650"/>
              <a:gd name="connsiteX1" fmla="*/ 209075 w 211951"/>
              <a:gd name="connsiteY1" fmla="*/ 120420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195176 w 201526"/>
              <a:gd name="connsiteY0" fmla="*/ 0 h 1771650"/>
              <a:gd name="connsiteX1" fmla="*/ 198650 w 201526"/>
              <a:gd name="connsiteY1" fmla="*/ 120420 h 1771650"/>
              <a:gd name="connsiteX2" fmla="*/ 0 w 201526"/>
              <a:gd name="connsiteY2" fmla="*/ 116947 h 1771650"/>
              <a:gd name="connsiteX3" fmla="*/ 201526 w 201526"/>
              <a:gd name="connsiteY3" fmla="*/ 804912 h 1771650"/>
              <a:gd name="connsiteX4" fmla="*/ 201526 w 201526"/>
              <a:gd name="connsiteY4" fmla="*/ 1771650 h 1771650"/>
              <a:gd name="connsiteX0" fmla="*/ 195176 w 201526"/>
              <a:gd name="connsiteY0" fmla="*/ 0 h 1771650"/>
              <a:gd name="connsiteX1" fmla="*/ 198650 w 201526"/>
              <a:gd name="connsiteY1" fmla="*/ 120420 h 1771650"/>
              <a:gd name="connsiteX2" fmla="*/ 0 w 201526"/>
              <a:gd name="connsiteY2" fmla="*/ 106521 h 1771650"/>
              <a:gd name="connsiteX3" fmla="*/ 201526 w 201526"/>
              <a:gd name="connsiteY3" fmla="*/ 804912 h 1771650"/>
              <a:gd name="connsiteX4" fmla="*/ 201526 w 201526"/>
              <a:gd name="connsiteY4" fmla="*/ 1771650 h 1771650"/>
              <a:gd name="connsiteX0" fmla="*/ 191701 w 198051"/>
              <a:gd name="connsiteY0" fmla="*/ 0 h 1771650"/>
              <a:gd name="connsiteX1" fmla="*/ 195175 w 198051"/>
              <a:gd name="connsiteY1" fmla="*/ 120420 h 1771650"/>
              <a:gd name="connsiteX2" fmla="*/ 0 w 198051"/>
              <a:gd name="connsiteY2" fmla="*/ 116947 h 1771650"/>
              <a:gd name="connsiteX3" fmla="*/ 198051 w 198051"/>
              <a:gd name="connsiteY3" fmla="*/ 804912 h 1771650"/>
              <a:gd name="connsiteX4" fmla="*/ 198051 w 198051"/>
              <a:gd name="connsiteY4" fmla="*/ 1771650 h 1771650"/>
              <a:gd name="connsiteX0" fmla="*/ 191701 w 198051"/>
              <a:gd name="connsiteY0" fmla="*/ 0 h 1771650"/>
              <a:gd name="connsiteX1" fmla="*/ 190902 w 198051"/>
              <a:gd name="connsiteY1" fmla="*/ 122556 h 1771650"/>
              <a:gd name="connsiteX2" fmla="*/ 0 w 198051"/>
              <a:gd name="connsiteY2" fmla="*/ 116947 h 1771650"/>
              <a:gd name="connsiteX3" fmla="*/ 198051 w 198051"/>
              <a:gd name="connsiteY3" fmla="*/ 804912 h 1771650"/>
              <a:gd name="connsiteX4" fmla="*/ 198051 w 198051"/>
              <a:gd name="connsiteY4" fmla="*/ 1771650 h 1771650"/>
              <a:gd name="connsiteX0" fmla="*/ 155380 w 161730"/>
              <a:gd name="connsiteY0" fmla="*/ 0 h 1771650"/>
              <a:gd name="connsiteX1" fmla="*/ 154581 w 161730"/>
              <a:gd name="connsiteY1" fmla="*/ 122556 h 1771650"/>
              <a:gd name="connsiteX2" fmla="*/ 0 w 161730"/>
              <a:gd name="connsiteY2" fmla="*/ 116947 h 1771650"/>
              <a:gd name="connsiteX3" fmla="*/ 161730 w 161730"/>
              <a:gd name="connsiteY3" fmla="*/ 804912 h 1771650"/>
              <a:gd name="connsiteX4" fmla="*/ 161730 w 161730"/>
              <a:gd name="connsiteY4" fmla="*/ 1771650 h 1771650"/>
              <a:gd name="connsiteX0" fmla="*/ 140425 w 146775"/>
              <a:gd name="connsiteY0" fmla="*/ 0 h 1771650"/>
              <a:gd name="connsiteX1" fmla="*/ 139626 w 146775"/>
              <a:gd name="connsiteY1" fmla="*/ 122556 h 1771650"/>
              <a:gd name="connsiteX2" fmla="*/ 0 w 146775"/>
              <a:gd name="connsiteY2" fmla="*/ 116947 h 1771650"/>
              <a:gd name="connsiteX3" fmla="*/ 146775 w 146775"/>
              <a:gd name="connsiteY3" fmla="*/ 804912 h 1771650"/>
              <a:gd name="connsiteX4" fmla="*/ 146775 w 146775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4639 w 144639"/>
              <a:gd name="connsiteY3" fmla="*/ 804912 h 1771650"/>
              <a:gd name="connsiteX4" fmla="*/ 144639 w 144639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0366 w 144639"/>
              <a:gd name="connsiteY3" fmla="*/ 339153 h 1771650"/>
              <a:gd name="connsiteX4" fmla="*/ 144639 w 144639"/>
              <a:gd name="connsiteY4" fmla="*/ 1771650 h 1771650"/>
              <a:gd name="connsiteX0" fmla="*/ 138289 w 147034"/>
              <a:gd name="connsiteY0" fmla="*/ 0 h 1771650"/>
              <a:gd name="connsiteX1" fmla="*/ 137490 w 147034"/>
              <a:gd name="connsiteY1" fmla="*/ 122556 h 1771650"/>
              <a:gd name="connsiteX2" fmla="*/ 0 w 147034"/>
              <a:gd name="connsiteY2" fmla="*/ 121220 h 1771650"/>
              <a:gd name="connsiteX3" fmla="*/ 146776 w 147034"/>
              <a:gd name="connsiteY3" fmla="*/ 364791 h 1771650"/>
              <a:gd name="connsiteX4" fmla="*/ 144639 w 147034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0366 w 144639"/>
              <a:gd name="connsiteY3" fmla="*/ 362655 h 1771650"/>
              <a:gd name="connsiteX4" fmla="*/ 144639 w 144639"/>
              <a:gd name="connsiteY4" fmla="*/ 1771650 h 1771650"/>
              <a:gd name="connsiteX0" fmla="*/ 138289 w 145050"/>
              <a:gd name="connsiteY0" fmla="*/ 0 h 1771650"/>
              <a:gd name="connsiteX1" fmla="*/ 137490 w 145050"/>
              <a:gd name="connsiteY1" fmla="*/ 122556 h 1771650"/>
              <a:gd name="connsiteX2" fmla="*/ 0 w 145050"/>
              <a:gd name="connsiteY2" fmla="*/ 121220 h 1771650"/>
              <a:gd name="connsiteX3" fmla="*/ 144640 w 145050"/>
              <a:gd name="connsiteY3" fmla="*/ 360518 h 1771650"/>
              <a:gd name="connsiteX4" fmla="*/ 144639 w 145050"/>
              <a:gd name="connsiteY4" fmla="*/ 177165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50" h="1771650">
                <a:moveTo>
                  <a:pt x="138289" y="0"/>
                </a:moveTo>
                <a:cubicBezTo>
                  <a:pt x="138023" y="40852"/>
                  <a:pt x="137756" y="81704"/>
                  <a:pt x="137490" y="122556"/>
                </a:cubicBezTo>
                <a:lnTo>
                  <a:pt x="0" y="121220"/>
                </a:lnTo>
                <a:lnTo>
                  <a:pt x="144640" y="360518"/>
                </a:lnTo>
                <a:cubicBezTo>
                  <a:pt x="146064" y="838017"/>
                  <a:pt x="143215" y="1294151"/>
                  <a:pt x="144639" y="1771650"/>
                </a:cubicBezTo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50" dirty="0"/>
              <a:t>  </a:t>
            </a:r>
          </a:p>
        </p:txBody>
      </p:sp>
      <p:sp>
        <p:nvSpPr>
          <p:cNvPr id="5" name="Tijdelijke aanduiding voor tekst 33"/>
          <p:cNvSpPr>
            <a:spLocks noGrp="1"/>
          </p:cNvSpPr>
          <p:nvPr>
            <p:ph type="body" sz="quarter" idx="13"/>
          </p:nvPr>
        </p:nvSpPr>
        <p:spPr>
          <a:xfrm>
            <a:off x="1293831" y="1672724"/>
            <a:ext cx="2530024" cy="3789822"/>
          </a:xfrm>
        </p:spPr>
        <p:txBody>
          <a:bodyPr>
            <a:noAutofit/>
          </a:bodyPr>
          <a:lstStyle>
            <a:lvl1pPr>
              <a:lnSpc>
                <a:spcPct val="70000"/>
              </a:lnSpc>
              <a:defRPr sz="6750" b="1" i="0" cap="all" baseline="0">
                <a:solidFill>
                  <a:srgbClr val="0033A0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4281789" y="1672724"/>
            <a:ext cx="4233561" cy="346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A5893B9-8711-1B40-B6C3-E42BBE52464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 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1295488"/>
            <a:ext cx="2311384" cy="597274"/>
          </a:xfrm>
          <a:solidFill>
            <a:schemeClr val="accent2"/>
          </a:solidFill>
        </p:spPr>
        <p:txBody>
          <a:bodyPr tIns="36000" bIns="0"/>
          <a:lstStyle>
            <a:lvl1pPr>
              <a:defRPr sz="4050" strike="noStrike" baseline="0"/>
            </a:lvl1pPr>
          </a:lstStyle>
          <a:p>
            <a:r>
              <a:rPr lang="nl-NL" dirty="0"/>
              <a:t>DANK U</a:t>
            </a:r>
          </a:p>
        </p:txBody>
      </p:sp>
      <p:sp>
        <p:nvSpPr>
          <p:cNvPr id="2" name="Rechthoek 1"/>
          <p:cNvSpPr/>
          <p:nvPr userDrawn="1"/>
        </p:nvSpPr>
        <p:spPr>
          <a:xfrm>
            <a:off x="0" y="4787900"/>
            <a:ext cx="9144000" cy="2078615"/>
          </a:xfrm>
          <a:prstGeom prst="rect">
            <a:avLst/>
          </a:prstGeom>
          <a:solidFill>
            <a:schemeClr val="bg1"/>
          </a:solidFill>
          <a:ln w="603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6" name="Afbeelding 5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  <p:sp>
        <p:nvSpPr>
          <p:cNvPr id="7" name="Vrije vorm 6"/>
          <p:cNvSpPr/>
          <p:nvPr userDrawn="1"/>
        </p:nvSpPr>
        <p:spPr>
          <a:xfrm>
            <a:off x="6516291" y="1"/>
            <a:ext cx="26460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4787900"/>
            <a:ext cx="9144000" cy="2078615"/>
          </a:xfrm>
          <a:prstGeom prst="rect">
            <a:avLst/>
          </a:prstGeom>
          <a:solidFill>
            <a:schemeClr val="bg1"/>
          </a:solidFill>
          <a:ln w="603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2" name="Titel 3"/>
          <p:cNvSpPr>
            <a:spLocks noGrp="1"/>
          </p:cNvSpPr>
          <p:nvPr>
            <p:ph type="title" hasCustomPrompt="1"/>
          </p:nvPr>
        </p:nvSpPr>
        <p:spPr>
          <a:xfrm>
            <a:off x="548879" y="1295488"/>
            <a:ext cx="3343846" cy="597274"/>
          </a:xfrm>
          <a:solidFill>
            <a:schemeClr val="accent2"/>
          </a:solidFill>
        </p:spPr>
        <p:txBody>
          <a:bodyPr tIns="36000" bIns="0"/>
          <a:lstStyle>
            <a:lvl1pPr>
              <a:defRPr sz="4050" strike="noStrike" baseline="0"/>
            </a:lvl1pPr>
          </a:lstStyle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endParaRPr lang="nl-NL" dirty="0"/>
          </a:p>
        </p:txBody>
      </p:sp>
      <p:pic>
        <p:nvPicPr>
          <p:cNvPr id="6" name="Afbeelding 5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072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scherm - N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Afbeelding 1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76"/>
          <a:stretch/>
        </p:blipFill>
        <p:spPr>
          <a:xfrm>
            <a:off x="876" y="5982"/>
            <a:ext cx="9161415" cy="4884070"/>
          </a:xfrm>
          <a:prstGeom prst="rect">
            <a:avLst/>
          </a:prstGeom>
        </p:spPr>
      </p:pic>
      <p:grpSp>
        <p:nvGrpSpPr>
          <p:cNvPr id="14" name="Groeperen 13"/>
          <p:cNvGrpSpPr/>
          <p:nvPr userDrawn="1"/>
        </p:nvGrpSpPr>
        <p:grpSpPr>
          <a:xfrm>
            <a:off x="1614196" y="1592352"/>
            <a:ext cx="4969595" cy="1662511"/>
            <a:chOff x="7390039" y="2172107"/>
            <a:chExt cx="5647698" cy="1433613"/>
          </a:xfrm>
        </p:grpSpPr>
        <p:sp>
          <p:nvSpPr>
            <p:cNvPr id="15" name="Rechthoek 14"/>
            <p:cNvSpPr/>
            <p:nvPr/>
          </p:nvSpPr>
          <p:spPr>
            <a:xfrm>
              <a:off x="7390039" y="2172107"/>
              <a:ext cx="5647698" cy="1433612"/>
            </a:xfrm>
            <a:prstGeom prst="rect">
              <a:avLst/>
            </a:prstGeom>
            <a:solidFill>
              <a:srgbClr val="00329F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200" dirty="0" err="1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16" name="Tijdelijke aanduiding voor tekst 17"/>
            <p:cNvSpPr txBox="1">
              <a:spLocks/>
            </p:cNvSpPr>
            <p:nvPr/>
          </p:nvSpPr>
          <p:spPr>
            <a:xfrm rot="10800000">
              <a:off x="12256313" y="2172108"/>
              <a:ext cx="781423" cy="1433612"/>
            </a:xfrm>
            <a:prstGeom prst="rtTriangle">
              <a:avLst/>
            </a:prstGeom>
            <a:solidFill>
              <a:schemeClr val="accent2"/>
            </a:solidFill>
          </p:spPr>
          <p:txBody>
            <a:bodyPr vert="horz" lIns="90000" tIns="45720" rIns="91440" bIns="45720" rtlCol="0">
              <a:noAutofit/>
            </a:bodyPr>
            <a:lstStyle>
              <a:lvl1pPr marL="0" indent="0" algn="l" defTabSz="914377" rtl="0" eaLnBrk="1" latinLnBrk="0" hangingPunct="1">
                <a:lnSpc>
                  <a:spcPct val="95000"/>
                </a:lnSpc>
                <a:spcBef>
                  <a:spcPts val="1000"/>
                </a:spcBef>
                <a:spcAft>
                  <a:spcPts val="1000"/>
                </a:spcAft>
                <a:buFont typeface="Arial" charset="0"/>
                <a:buNone/>
                <a:defRPr sz="16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268288" indent="-257175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rgbClr val="FF5000"/>
                </a:buClr>
                <a:buSzPct val="90000"/>
                <a:buFont typeface="LucidaGrande" charset="0"/>
                <a:buChar char="▶︎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671513" indent="-220663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chemeClr val="bg1">
                    <a:lumMod val="50000"/>
                  </a:schemeClr>
                </a:buClr>
                <a:buSzPct val="90000"/>
                <a:buFont typeface="LucidaGrande" charset="0"/>
                <a:buChar char="▶︎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73150" indent="-219075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rgbClr val="FF5000"/>
                </a:buClr>
                <a:buFont typeface="Arial"/>
                <a:buChar char="•"/>
                <a:tabLst/>
                <a:defRPr sz="1400" kern="120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44600" indent="0" algn="l" defTabSz="914377" rtl="0" eaLnBrk="1" latinLnBrk="0" hangingPunct="1">
                <a:lnSpc>
                  <a:spcPct val="95000"/>
                </a:lnSpc>
                <a:spcBef>
                  <a:spcPts val="500"/>
                </a:spcBef>
                <a:buClr>
                  <a:schemeClr val="bg1">
                    <a:lumMod val="50000"/>
                  </a:schemeClr>
                </a:buClr>
                <a:buFont typeface="Arial"/>
                <a:buNone/>
                <a:tabLst/>
                <a:defRPr sz="1400" kern="1200" baseline="0">
                  <a:solidFill>
                    <a:schemeClr val="accent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200" dirty="0"/>
            </a:p>
          </p:txBody>
        </p:sp>
      </p:grpSp>
      <p:pic>
        <p:nvPicPr>
          <p:cNvPr id="17" name="Afbeelding 16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5" y="5257542"/>
            <a:ext cx="3089335" cy="1088996"/>
          </a:xfrm>
          <a:prstGeom prst="rect">
            <a:avLst/>
          </a:prstGeom>
        </p:spPr>
      </p:pic>
      <p:sp>
        <p:nvSpPr>
          <p:cNvPr id="18" name="Vrije vorm 17"/>
          <p:cNvSpPr/>
          <p:nvPr userDrawn="1"/>
        </p:nvSpPr>
        <p:spPr>
          <a:xfrm>
            <a:off x="6516291" y="1"/>
            <a:ext cx="264600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BF9C440-1EF4-AB4A-B8F9-FC045004F1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8144" y="2105236"/>
            <a:ext cx="4124426" cy="68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/>
          <p:cNvSpPr/>
          <p:nvPr userDrawn="1"/>
        </p:nvSpPr>
        <p:spPr>
          <a:xfrm>
            <a:off x="0" y="5976013"/>
            <a:ext cx="9144000" cy="86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48879" y="721986"/>
            <a:ext cx="846239" cy="301227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0" tIns="36000" rIns="144000" bIns="36000" rtlCol="0" anchor="b">
            <a:spAutoFit/>
          </a:bodyPr>
          <a:lstStyle/>
          <a:p>
            <a:r>
              <a:rPr lang="nl-NL" dirty="0"/>
              <a:t>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8684" y="2026507"/>
            <a:ext cx="7962524" cy="3422774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457950" y="6265518"/>
            <a:ext cx="2057400" cy="15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2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007350" y="6418140"/>
            <a:ext cx="508000" cy="173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nl-NL" dirty="0"/>
              <a:t>| </a:t>
            </a:r>
            <a:fld id="{2DAB09C5-3251-4B47-B002-D03712DC64C3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/>
          <p:cNvPicPr>
            <a:picLocks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9" y="6098127"/>
            <a:ext cx="1501200" cy="668260"/>
          </a:xfrm>
          <a:prstGeom prst="rect">
            <a:avLst/>
          </a:prstGeom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7158673-92AD-6747-B2B4-2AA9BE3DD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57950" y="6420950"/>
            <a:ext cx="1814029" cy="17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nl-BE"/>
              <a:t>14 januari 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949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697" r:id="rId2"/>
    <p:sldLayoutId id="2147483727" r:id="rId3"/>
    <p:sldLayoutId id="2147483728" r:id="rId4"/>
    <p:sldLayoutId id="2147483729" r:id="rId5"/>
    <p:sldLayoutId id="2147483706" r:id="rId6"/>
    <p:sldLayoutId id="2147483707" r:id="rId7"/>
    <p:sldLayoutId id="2147483709" r:id="rId8"/>
    <p:sldLayoutId id="2147483710" r:id="rId9"/>
    <p:sldLayoutId id="2147483705" r:id="rId10"/>
    <p:sldLayoutId id="2147483704" r:id="rId11"/>
    <p:sldLayoutId id="2147483718" r:id="rId12"/>
    <p:sldLayoutId id="2147483721" r:id="rId13"/>
    <p:sldLayoutId id="2147483708" r:id="rId14"/>
    <p:sldLayoutId id="2147483711" r:id="rId15"/>
    <p:sldLayoutId id="2147483712" r:id="rId16"/>
    <p:sldLayoutId id="2147483723" r:id="rId17"/>
    <p:sldLayoutId id="2147483713" r:id="rId18"/>
    <p:sldLayoutId id="2147483714" r:id="rId19"/>
    <p:sldLayoutId id="2147483716" r:id="rId20"/>
    <p:sldLayoutId id="2147483717" r:id="rId21"/>
    <p:sldLayoutId id="2147483731" r:id="rId22"/>
    <p:sldLayoutId id="2147483715" r:id="rId23"/>
    <p:sldLayoutId id="2147483719" r:id="rId24"/>
    <p:sldLayoutId id="2147483725" r:id="rId25"/>
    <p:sldLayoutId id="2147483720" r:id="rId26"/>
    <p:sldLayoutId id="2147483724" r:id="rId27"/>
    <p:sldLayoutId id="2147483722" r:id="rId28"/>
    <p:sldLayoutId id="2147483734" r:id="rId29"/>
    <p:sldLayoutId id="2147483735" r:id="rId30"/>
  </p:sldLayoutIdLst>
  <p:hf hdr="0"/>
  <p:txStyles>
    <p:titleStyle>
      <a:lvl1pPr marL="100013" indent="0" algn="l" defTabSz="685783" rtl="0" eaLnBrk="1" latinLnBrk="0" hangingPunct="1">
        <a:lnSpc>
          <a:spcPct val="90000"/>
        </a:lnSpc>
        <a:spcBef>
          <a:spcPct val="0"/>
        </a:spcBef>
        <a:buNone/>
        <a:tabLst/>
        <a:defRPr sz="1650" kern="1200" cap="all" baseline="0">
          <a:solidFill>
            <a:schemeClr val="bg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0" indent="0" algn="l" defTabSz="685783" rtl="0" eaLnBrk="1" latinLnBrk="0" hangingPunct="1">
        <a:lnSpc>
          <a:spcPct val="95000"/>
        </a:lnSpc>
        <a:spcBef>
          <a:spcPts val="750"/>
        </a:spcBef>
        <a:spcAft>
          <a:spcPts val="750"/>
        </a:spcAft>
        <a:buFont typeface="Arial" charset="0"/>
        <a:buNone/>
        <a:defRPr sz="120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1pPr>
      <a:lvl2pPr marL="201216" indent="-192881" algn="l" defTabSz="685783" rtl="0" eaLnBrk="1" latinLnBrk="0" hangingPunct="1">
        <a:lnSpc>
          <a:spcPct val="95000"/>
        </a:lnSpc>
        <a:spcBef>
          <a:spcPts val="375"/>
        </a:spcBef>
        <a:buClr>
          <a:srgbClr val="FF5000"/>
        </a:buClr>
        <a:buSzPct val="90000"/>
        <a:buFont typeface="LucidaGrande"/>
        <a:buChar char="►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2pPr>
      <a:lvl3pPr marL="503635" indent="-165497" algn="l" defTabSz="685783" rtl="0" eaLnBrk="1" latinLnBrk="0" hangingPunct="1">
        <a:lnSpc>
          <a:spcPct val="95000"/>
        </a:lnSpc>
        <a:spcBef>
          <a:spcPts val="375"/>
        </a:spcBef>
        <a:buClr>
          <a:schemeClr val="bg1">
            <a:lumMod val="50000"/>
          </a:schemeClr>
        </a:buClr>
        <a:buSzPct val="90000"/>
        <a:buFont typeface="LucidaGrande"/>
        <a:buChar char="►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3pPr>
      <a:lvl4pPr marL="804863" indent="-164306" algn="l" defTabSz="685783" rtl="0" eaLnBrk="1" latinLnBrk="0" hangingPunct="1">
        <a:lnSpc>
          <a:spcPct val="95000"/>
        </a:lnSpc>
        <a:spcBef>
          <a:spcPts val="375"/>
        </a:spcBef>
        <a:buClr>
          <a:srgbClr val="FF5000"/>
        </a:buClr>
        <a:buFont typeface="Arial"/>
        <a:buChar char="•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4pPr>
      <a:lvl5pPr marL="1107281" indent="-173831" algn="l" defTabSz="685783" rtl="0" eaLnBrk="1" latinLnBrk="0" hangingPunct="1">
        <a:lnSpc>
          <a:spcPct val="95000"/>
        </a:lnSpc>
        <a:spcBef>
          <a:spcPts val="375"/>
        </a:spcBef>
        <a:buClr>
          <a:schemeClr val="bg1">
            <a:lumMod val="50000"/>
          </a:schemeClr>
        </a:buClr>
        <a:buFont typeface="Arial"/>
        <a:buChar char="•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968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95771-F586-C64C-A2F0-EC6A8F1E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773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EF553-2607-854A-BDFC-05D79C85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59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ndertitel 6">
            <a:extLst>
              <a:ext uri="{FF2B5EF4-FFF2-40B4-BE49-F238E27FC236}">
                <a16:creationId xmlns:a16="http://schemas.microsoft.com/office/drawing/2014/main" id="{2FC2B26F-7FA5-BF47-BA8B-B69297D43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1" name="Tijdelijke aanduiding voor tekst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err="1">
                <a:solidFill>
                  <a:srgbClr val="003399"/>
                </a:solidFill>
              </a:rPr>
              <a:t>Lorem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ipsum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dolor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amet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adipiscing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elit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do </a:t>
            </a:r>
            <a:r>
              <a:rPr lang="nl-NL" dirty="0" err="1">
                <a:solidFill>
                  <a:srgbClr val="003399"/>
                </a:solidFill>
              </a:rPr>
              <a:t>eiusmod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tempor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incididunt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magna </a:t>
            </a:r>
            <a:r>
              <a:rPr lang="nl-NL" dirty="0" err="1">
                <a:solidFill>
                  <a:srgbClr val="003399"/>
                </a:solidFill>
              </a:rPr>
              <a:t>aliqua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r>
              <a:rPr lang="nl-NL" dirty="0">
                <a:solidFill>
                  <a:srgbClr val="003399"/>
                </a:solidFill>
              </a:rPr>
              <a:t>Ut </a:t>
            </a:r>
            <a:r>
              <a:rPr lang="nl-NL" dirty="0" err="1">
                <a:solidFill>
                  <a:srgbClr val="003399"/>
                </a:solidFill>
              </a:rPr>
              <a:t>enim</a:t>
            </a:r>
            <a:r>
              <a:rPr lang="nl-NL" dirty="0">
                <a:solidFill>
                  <a:srgbClr val="003399"/>
                </a:solidFill>
              </a:rPr>
              <a:t> ad </a:t>
            </a:r>
            <a:r>
              <a:rPr lang="nl-NL" dirty="0" err="1">
                <a:solidFill>
                  <a:srgbClr val="003399"/>
                </a:solidFill>
              </a:rPr>
              <a:t>minim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veniam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quis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idunt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namisa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nostrud</a:t>
            </a:r>
            <a:r>
              <a:rPr lang="nl-NL" dirty="0">
                <a:solidFill>
                  <a:srgbClr val="003399"/>
                </a:solidFill>
              </a:rPr>
              <a:t>.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adipisci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velit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quia</a:t>
            </a:r>
            <a:r>
              <a:rPr lang="nl-NL" dirty="0">
                <a:solidFill>
                  <a:srgbClr val="003399"/>
                </a:solidFill>
              </a:rPr>
              <a:t> non </a:t>
            </a:r>
            <a:r>
              <a:rPr lang="nl-NL" dirty="0" err="1">
                <a:solidFill>
                  <a:srgbClr val="003399"/>
                </a:solidFill>
              </a:rPr>
              <a:t>numquam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eius</a:t>
            </a:r>
            <a:r>
              <a:rPr lang="nl-NL" dirty="0">
                <a:solidFill>
                  <a:srgbClr val="003399"/>
                </a:solidFill>
              </a:rPr>
              <a:t> modi tempora </a:t>
            </a:r>
            <a:r>
              <a:rPr lang="nl-NL" dirty="0" err="1">
                <a:solidFill>
                  <a:srgbClr val="003399"/>
                </a:solidFill>
              </a:rPr>
              <a:t>incidunt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magnam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aliquam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quaerat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volupem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pPr lvl="1"/>
            <a:r>
              <a:rPr lang="nl-NL" dirty="0" err="1">
                <a:solidFill>
                  <a:srgbClr val="003399"/>
                </a:solidFill>
              </a:rPr>
              <a:t>Lorem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ipsum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dolor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amet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adipiscing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elit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do </a:t>
            </a:r>
            <a:r>
              <a:rPr lang="nl-NL" dirty="0" err="1">
                <a:solidFill>
                  <a:srgbClr val="003399"/>
                </a:solidFill>
              </a:rPr>
              <a:t>eiusmod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tempor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incididunt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magna </a:t>
            </a:r>
            <a:r>
              <a:rPr lang="nl-NL" dirty="0" err="1">
                <a:solidFill>
                  <a:srgbClr val="003399"/>
                </a:solidFill>
              </a:rPr>
              <a:t>aliqua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pPr lvl="1"/>
            <a:r>
              <a:rPr lang="nl-NL" dirty="0">
                <a:solidFill>
                  <a:srgbClr val="003399"/>
                </a:solidFill>
              </a:rPr>
              <a:t>Ut </a:t>
            </a:r>
            <a:r>
              <a:rPr lang="nl-NL" dirty="0" err="1">
                <a:solidFill>
                  <a:srgbClr val="003399"/>
                </a:solidFill>
              </a:rPr>
              <a:t>enim</a:t>
            </a:r>
            <a:r>
              <a:rPr lang="nl-NL" dirty="0">
                <a:solidFill>
                  <a:srgbClr val="003399"/>
                </a:solidFill>
              </a:rPr>
              <a:t> ad </a:t>
            </a:r>
            <a:r>
              <a:rPr lang="nl-NL" dirty="0" err="1">
                <a:solidFill>
                  <a:srgbClr val="003399"/>
                </a:solidFill>
              </a:rPr>
              <a:t>minim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veniam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quis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idunt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namisa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nostrud</a:t>
            </a:r>
            <a:r>
              <a:rPr lang="nl-NL" dirty="0">
                <a:solidFill>
                  <a:srgbClr val="003399"/>
                </a:solidFill>
              </a:rPr>
              <a:t>.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adipisci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velit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quia</a:t>
            </a:r>
            <a:r>
              <a:rPr lang="nl-NL" dirty="0">
                <a:solidFill>
                  <a:srgbClr val="003399"/>
                </a:solidFill>
              </a:rPr>
              <a:t> non </a:t>
            </a:r>
            <a:r>
              <a:rPr lang="nl-NL" dirty="0" err="1">
                <a:solidFill>
                  <a:srgbClr val="003399"/>
                </a:solidFill>
              </a:rPr>
              <a:t>numquam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eius</a:t>
            </a:r>
            <a:r>
              <a:rPr lang="nl-NL" dirty="0">
                <a:solidFill>
                  <a:srgbClr val="003399"/>
                </a:solidFill>
              </a:rPr>
              <a:t> modi tempora </a:t>
            </a:r>
            <a:r>
              <a:rPr lang="nl-NL" dirty="0" err="1">
                <a:solidFill>
                  <a:srgbClr val="003399"/>
                </a:solidFill>
              </a:rPr>
              <a:t>incidunt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magnam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aliquam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quaerat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volupem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pPr lvl="2"/>
            <a:r>
              <a:rPr lang="nl-NL" dirty="0" err="1">
                <a:solidFill>
                  <a:srgbClr val="003399"/>
                </a:solidFill>
              </a:rPr>
              <a:t>Lorem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ipsum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dolor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amet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adipiscing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elit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do </a:t>
            </a:r>
            <a:r>
              <a:rPr lang="nl-NL" dirty="0" err="1">
                <a:solidFill>
                  <a:srgbClr val="003399"/>
                </a:solidFill>
              </a:rPr>
              <a:t>eiusmod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tempor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incididunt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magna </a:t>
            </a:r>
            <a:r>
              <a:rPr lang="nl-NL" dirty="0" err="1">
                <a:solidFill>
                  <a:srgbClr val="003399"/>
                </a:solidFill>
              </a:rPr>
              <a:t>aliqua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pPr lvl="2"/>
            <a:r>
              <a:rPr lang="nl-NL" dirty="0">
                <a:solidFill>
                  <a:srgbClr val="003399"/>
                </a:solidFill>
              </a:rPr>
              <a:t>Ut </a:t>
            </a:r>
            <a:r>
              <a:rPr lang="nl-NL" dirty="0" err="1">
                <a:solidFill>
                  <a:srgbClr val="003399"/>
                </a:solidFill>
              </a:rPr>
              <a:t>enim</a:t>
            </a:r>
            <a:r>
              <a:rPr lang="nl-NL" dirty="0">
                <a:solidFill>
                  <a:srgbClr val="003399"/>
                </a:solidFill>
              </a:rPr>
              <a:t> ad </a:t>
            </a:r>
            <a:r>
              <a:rPr lang="nl-NL" dirty="0" err="1">
                <a:solidFill>
                  <a:srgbClr val="003399"/>
                </a:solidFill>
              </a:rPr>
              <a:t>minim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veniam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quis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idunt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namisa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nostrud</a:t>
            </a:r>
            <a:r>
              <a:rPr lang="nl-NL" dirty="0">
                <a:solidFill>
                  <a:srgbClr val="003399"/>
                </a:solidFill>
              </a:rPr>
              <a:t>. </a:t>
            </a:r>
            <a:r>
              <a:rPr lang="nl-NL" dirty="0" err="1">
                <a:solidFill>
                  <a:srgbClr val="003399"/>
                </a:solidFill>
              </a:rPr>
              <a:t>consectetur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adipisci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velit</a:t>
            </a:r>
            <a:r>
              <a:rPr lang="nl-NL" dirty="0">
                <a:solidFill>
                  <a:srgbClr val="003399"/>
                </a:solidFill>
              </a:rPr>
              <a:t>, </a:t>
            </a:r>
            <a:r>
              <a:rPr lang="nl-NL" dirty="0" err="1">
                <a:solidFill>
                  <a:srgbClr val="003399"/>
                </a:solidFill>
              </a:rPr>
              <a:t>sed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quia</a:t>
            </a:r>
            <a:r>
              <a:rPr lang="nl-NL" dirty="0">
                <a:solidFill>
                  <a:srgbClr val="003399"/>
                </a:solidFill>
              </a:rPr>
              <a:t> non </a:t>
            </a:r>
            <a:r>
              <a:rPr lang="nl-NL" dirty="0" err="1">
                <a:solidFill>
                  <a:srgbClr val="003399"/>
                </a:solidFill>
              </a:rPr>
              <a:t>numquam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eius</a:t>
            </a:r>
            <a:r>
              <a:rPr lang="nl-NL" dirty="0">
                <a:solidFill>
                  <a:srgbClr val="003399"/>
                </a:solidFill>
              </a:rPr>
              <a:t> modi tempora </a:t>
            </a:r>
            <a:r>
              <a:rPr lang="nl-NL" dirty="0" err="1">
                <a:solidFill>
                  <a:srgbClr val="003399"/>
                </a:solidFill>
              </a:rPr>
              <a:t>incidunt</a:t>
            </a:r>
            <a:r>
              <a:rPr lang="nl-NL" dirty="0">
                <a:solidFill>
                  <a:srgbClr val="003399"/>
                </a:solidFill>
              </a:rPr>
              <a:t> ut </a:t>
            </a:r>
            <a:r>
              <a:rPr lang="nl-NL" dirty="0" err="1">
                <a:solidFill>
                  <a:srgbClr val="003399"/>
                </a:solidFill>
              </a:rPr>
              <a:t>labore</a:t>
            </a:r>
            <a:r>
              <a:rPr lang="nl-NL" dirty="0">
                <a:solidFill>
                  <a:srgbClr val="003399"/>
                </a:solidFill>
              </a:rPr>
              <a:t> et </a:t>
            </a:r>
            <a:r>
              <a:rPr lang="nl-NL" dirty="0" err="1">
                <a:solidFill>
                  <a:srgbClr val="003399"/>
                </a:solidFill>
              </a:rPr>
              <a:t>dolore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magnam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aliquam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quaerat</a:t>
            </a:r>
            <a:r>
              <a:rPr lang="nl-NL" dirty="0">
                <a:solidFill>
                  <a:srgbClr val="003399"/>
                </a:solidFill>
              </a:rPr>
              <a:t> </a:t>
            </a:r>
            <a:r>
              <a:rPr lang="nl-NL" dirty="0" err="1">
                <a:solidFill>
                  <a:srgbClr val="003399"/>
                </a:solidFill>
              </a:rPr>
              <a:t>volupem</a:t>
            </a:r>
            <a:r>
              <a:rPr lang="nl-NL" dirty="0">
                <a:solidFill>
                  <a:srgbClr val="003399"/>
                </a:solidFill>
              </a:rPr>
              <a:t>. </a:t>
            </a:r>
          </a:p>
          <a:p>
            <a:endParaRPr lang="nl-NL" dirty="0">
              <a:solidFill>
                <a:srgbClr val="003399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0C4CD73-EF39-FA4C-8B8E-6FCC4675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77" y="787637"/>
            <a:ext cx="4489200" cy="26487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FF5D85A4-FC06-1F4A-81C4-97CE11C02E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E20C23EB-25F6-A54C-AF83-FE0586C192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EA2FCB64-7391-9646-B134-BAB3563436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141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8" name="Tijdelijke aanduiding voor afbeelding 20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4" b="4404"/>
          <a:stretch>
            <a:fillRect/>
          </a:stretch>
        </p:blipFill>
        <p:spPr/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489200" cy="2648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7" name="Tijdelijke aanduiding voor afbeelding 19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" r="1924"/>
          <a:stretch/>
        </p:blipFill>
        <p:spPr/>
      </p:pic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86BE8380-82FA-D64D-9538-9B44EB82B0C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1D8B8C74-586E-8748-8D06-12D9C95668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73DA4BEE-2061-F64D-A103-2CA446656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43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2971"/>
            <a:ext cx="4489200" cy="2648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atum 8">
            <a:extLst>
              <a:ext uri="{FF2B5EF4-FFF2-40B4-BE49-F238E27FC236}">
                <a16:creationId xmlns:a16="http://schemas.microsoft.com/office/drawing/2014/main" id="{B875AE73-B20B-2346-B3E1-95F783AA3D5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ED82868B-FF78-934D-BF6E-5CCA4E16C5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C7F0C2B9-353E-834F-BA03-19AD9CFF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428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BE209C-83F8-3945-80BA-4F28A1162A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07F3B48-CBC3-884A-BC91-D4011CCC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3CE03F-8793-E242-A2B9-E67D7AEF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21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ijdelijke aanduiding voor tabel 7"/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878043765"/>
              </p:ext>
            </p:extLst>
          </p:nvPr>
        </p:nvGraphicFramePr>
        <p:xfrm>
          <a:off x="549275" y="1843088"/>
          <a:ext cx="6309124" cy="2788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endParaRPr lang="en-GB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Row</a:t>
                      </a:r>
                      <a:r>
                        <a:rPr lang="en-GB" sz="1100" b="1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 1</a:t>
                      </a:r>
                      <a:endParaRPr lang="en-GB" sz="1100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Row 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Row 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aaaaa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bbbbbb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cccccc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dddddd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eeeeeee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ffffffff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ggggggg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hhhhh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b="0" dirty="0" err="1">
                          <a:solidFill>
                            <a:srgbClr val="0033A0"/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iiiiii</a:t>
                      </a:r>
                      <a:endParaRPr lang="en-GB" sz="1100" b="0" dirty="0">
                        <a:solidFill>
                          <a:srgbClr val="0033A0"/>
                        </a:solidFill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Verdana" charset="0"/>
                          <a:ea typeface="Verdana" charset="0"/>
                          <a:cs typeface="Verdana" charset="0"/>
                        </a:rPr>
                        <a:t>111111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489200" cy="2648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8B1DED6A-D640-3542-98D4-A38B85B59B1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32C71097-42A6-0B4D-B98B-4F6395BE65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AAD67D4-0229-A64F-BA22-5690155264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686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489200" cy="264876"/>
          </a:xfrm>
        </p:spPr>
        <p:txBody>
          <a:bodyPr/>
          <a:lstStyle/>
          <a:p>
            <a:endParaRPr lang="nl-NL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15" name="Grafiek 14"/>
          <p:cNvGraphicFramePr/>
          <p:nvPr>
            <p:extLst>
              <p:ext uri="{D42A27DB-BD31-4B8C-83A1-F6EECF244321}">
                <p14:modId xmlns:p14="http://schemas.microsoft.com/office/powerpoint/2010/main" val="326677815"/>
              </p:ext>
            </p:extLst>
          </p:nvPr>
        </p:nvGraphicFramePr>
        <p:xfrm>
          <a:off x="4338861" y="2123288"/>
          <a:ext cx="4465150" cy="2976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36A0E40-3FC3-6045-9242-6A02485E2BC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752C9F0-6DE2-894A-88FE-D9B2EC2727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7255263-E3E9-1245-AD79-17C11110D4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3702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489200" cy="2648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8" name="Grafiek 7"/>
          <p:cNvGraphicFramePr/>
          <p:nvPr>
            <p:extLst>
              <p:ext uri="{D42A27DB-BD31-4B8C-83A1-F6EECF244321}">
                <p14:modId xmlns:p14="http://schemas.microsoft.com/office/powerpoint/2010/main" val="864550760"/>
              </p:ext>
            </p:extLst>
          </p:nvPr>
        </p:nvGraphicFramePr>
        <p:xfrm>
          <a:off x="3988055" y="2309662"/>
          <a:ext cx="5376375" cy="3027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E5C00B8-64BB-8744-B79D-02F4089422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ADE53328-CC61-9E4F-AD51-EFC9D2A610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3ACF6F6-0102-B040-89D4-00C52BCC0C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361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489200" cy="26487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352653676"/>
              </p:ext>
            </p:extLst>
          </p:nvPr>
        </p:nvGraphicFramePr>
        <p:xfrm>
          <a:off x="2206824" y="723900"/>
          <a:ext cx="6956227" cy="4637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F3206ED6-8D98-EC45-B129-9DAE1EABD73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F515D77-A304-E649-A724-E43436BD9A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18058C5-1157-F248-A02B-A8480CA55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46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ijdelijke aanduiding voor tekst 1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ijdelijke aanduiding voor tekst 1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ijdelijke aanduiding voor tekst 1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1" name="Tijdelijke aanduiding voor tekst 2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2" name="Tijdelijke aanduiding voor tekst 2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Tijdelijke aanduiding voor tekst 2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ijdelijke aanduiding voor tekst 2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6" name="Tijdelijke aanduiding voor tekst 25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Tijdelijke aanduiding voor tekst 26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Tijdelijke aanduiding voor tekst 2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Tijdelijke aanduiding voor tekst 30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Tijdelijke aanduiding voor tekst 31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" name="Tijdelijke aanduiding voor tekst 3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4" name="Tijdelijke aanduiding voor tekst 3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0D5FE5-5847-9047-A70E-CFF008E433E6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7016658-E3E2-0A44-9624-FD13213A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65B1B2-A894-494B-BFAE-6B0B1CA6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099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F88F342-852A-024C-8E08-29F3DAB7B67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151E25-985B-1E4C-A148-66AC8845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Titel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DF56E6-10D3-B24F-8BE2-77D63B41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870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7" b="20534"/>
          <a:stretch/>
        </p:blipFill>
        <p:spPr>
          <a:xfrm>
            <a:off x="507495" y="2017688"/>
            <a:ext cx="2358527" cy="2263547"/>
          </a:xfrm>
          <a:prstGeom prst="rect">
            <a:avLst/>
          </a:prstGeom>
        </p:spPr>
      </p:pic>
      <p:pic>
        <p:nvPicPr>
          <p:cNvPr id="5" name="Afbeelding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16" y="1946045"/>
            <a:ext cx="1703327" cy="2554992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" t="29333" r="13961" b="37067"/>
          <a:stretch/>
        </p:blipFill>
        <p:spPr>
          <a:xfrm>
            <a:off x="464663" y="4541959"/>
            <a:ext cx="3559390" cy="1010097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421" y="4533703"/>
            <a:ext cx="3377888" cy="1127066"/>
          </a:xfrm>
          <a:prstGeom prst="rect">
            <a:avLst/>
          </a:prstGeom>
        </p:spPr>
      </p:pic>
      <p:sp>
        <p:nvSpPr>
          <p:cNvPr id="12" name="Vrije vorm 11"/>
          <p:cNvSpPr/>
          <p:nvPr/>
        </p:nvSpPr>
        <p:spPr>
          <a:xfrm>
            <a:off x="7159530" y="848463"/>
            <a:ext cx="1984470" cy="5149885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3" name="Titel 3"/>
          <p:cNvSpPr txBox="1">
            <a:spLocks/>
          </p:cNvSpPr>
          <p:nvPr/>
        </p:nvSpPr>
        <p:spPr>
          <a:xfrm>
            <a:off x="548879" y="1390847"/>
            <a:ext cx="4004100" cy="255788"/>
          </a:xfrm>
          <a:prstGeom prst="rect">
            <a:avLst/>
          </a:prstGeom>
          <a:solidFill>
            <a:schemeClr val="accent2"/>
          </a:solidFill>
        </p:spPr>
        <p:txBody>
          <a:bodyPr tIns="27000" bIns="0"/>
          <a:lstStyle>
            <a:lvl1pPr marL="133350" indent="0"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/>
              <a:defRPr sz="2200" strike="noStrike" kern="1200" cap="all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nl-NL" sz="1650" dirty="0"/>
              <a:t>Elementen om te gebruiken</a:t>
            </a:r>
          </a:p>
        </p:txBody>
      </p:sp>
      <p:sp>
        <p:nvSpPr>
          <p:cNvPr id="8" name="Tijdelijke aanduiding voor datum 7">
            <a:extLst>
              <a:ext uri="{FF2B5EF4-FFF2-40B4-BE49-F238E27FC236}">
                <a16:creationId xmlns:a16="http://schemas.microsoft.com/office/drawing/2014/main" id="{BBCA1380-ED0D-BA40-9767-A28C783484A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043541B-B811-6B44-AED6-B30A52DF3F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B5A7592F-AE79-7540-B05F-DAB4C8A95D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0605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/>
          <p:cNvSpPr>
            <a:spLocks noGrp="1"/>
          </p:cNvSpPr>
          <p:nvPr>
            <p:ph type="body" sz="quarter" idx="13"/>
          </p:nvPr>
        </p:nvSpPr>
        <p:spPr>
          <a:xfrm>
            <a:off x="1379556" y="1932991"/>
            <a:ext cx="2530024" cy="3803019"/>
          </a:xfrm>
        </p:spPr>
        <p:txBody>
          <a:bodyPr/>
          <a:lstStyle/>
          <a:p>
            <a:r>
              <a:rPr lang="en-GB" dirty="0"/>
              <a:t>VUB</a:t>
            </a:r>
            <a:br>
              <a:rPr lang="en-GB" dirty="0"/>
            </a:br>
            <a:r>
              <a:rPr lang="en-GB" dirty="0"/>
              <a:t>DAT</a:t>
            </a:r>
            <a:br>
              <a:rPr lang="en-GB" dirty="0"/>
            </a:br>
            <a:r>
              <a:rPr lang="en-GB" dirty="0"/>
              <a:t>ZIJN</a:t>
            </a:r>
            <a:br>
              <a:rPr lang="en-GB" dirty="0"/>
            </a:br>
            <a:r>
              <a:rPr lang="en-GB" dirty="0" err="1"/>
              <a:t>wij</a:t>
            </a:r>
            <a:endParaRPr lang="en-GB" dirty="0"/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4"/>
          </p:nvPr>
        </p:nvSpPr>
        <p:spPr>
          <a:xfrm>
            <a:off x="4091289" y="1873868"/>
            <a:ext cx="5018075" cy="2600325"/>
          </a:xfrm>
        </p:spPr>
        <p:txBody>
          <a:bodyPr>
            <a:noAutofit/>
          </a:bodyPr>
          <a:lstStyle/>
          <a:p>
            <a:r>
              <a:rPr lang="nl-NL" dirty="0"/>
              <a:t>Al ruim 180 jaar bouwt de VUB mee aan een </a:t>
            </a:r>
            <a:br>
              <a:rPr lang="nl-NL" dirty="0"/>
            </a:br>
            <a:r>
              <a:rPr lang="nl-NL" dirty="0"/>
              <a:t>betere samenleving als een vooruitstrevende,</a:t>
            </a:r>
            <a:br>
              <a:rPr lang="nl-NL" dirty="0"/>
            </a:br>
            <a:r>
              <a:rPr lang="nl-NL" dirty="0"/>
              <a:t>vrij onderzoekende en kritisch denkende</a:t>
            </a:r>
            <a:br>
              <a:rPr lang="nl-NL" dirty="0"/>
            </a:br>
            <a:r>
              <a:rPr lang="nl-NL" dirty="0"/>
              <a:t>universiteit. Vanuit onze internationale hoofdstad</a:t>
            </a:r>
            <a:br>
              <a:rPr lang="nl-NL" dirty="0"/>
            </a:br>
            <a:r>
              <a:rPr lang="nl-NL" dirty="0"/>
              <a:t>Brussel zijn we verbonden met de wereld.</a:t>
            </a:r>
          </a:p>
          <a:p>
            <a:r>
              <a:rPr lang="nl-NL" dirty="0"/>
              <a:t>Een onafgebroken streven naar kennis,</a:t>
            </a:r>
            <a:br>
              <a:rPr lang="nl-NL" dirty="0"/>
            </a:br>
            <a:r>
              <a:rPr lang="nl-NL" dirty="0"/>
              <a:t>inzicht en verlichting vormt de rode draad bij</a:t>
            </a:r>
            <a:br>
              <a:rPr lang="nl-NL" dirty="0"/>
            </a:br>
            <a:r>
              <a:rPr lang="nl-NL" dirty="0"/>
              <a:t>alles wat we doen op het vlak van onderwijs,</a:t>
            </a:r>
            <a:br>
              <a:rPr lang="nl-NL" dirty="0"/>
            </a:br>
            <a:r>
              <a:rPr lang="nl-NL" dirty="0"/>
              <a:t>onderzoek en maatschappelijk engagement.</a:t>
            </a:r>
          </a:p>
          <a:p>
            <a:r>
              <a:rPr lang="nl-NL" dirty="0"/>
              <a:t>Tegelijk blijven we inzetten op een heel</a:t>
            </a:r>
            <a:br>
              <a:rPr lang="nl-NL" dirty="0"/>
            </a:br>
            <a:r>
              <a:rPr lang="nl-NL" dirty="0"/>
              <a:t>persoonlijke en democratische benadering</a:t>
            </a:r>
            <a:br>
              <a:rPr lang="nl-NL" dirty="0"/>
            </a:br>
            <a:r>
              <a:rPr lang="nl-NL" dirty="0"/>
              <a:t>die alle leden van de VUB-community sterker</a:t>
            </a:r>
            <a:br>
              <a:rPr lang="nl-NL" dirty="0"/>
            </a:br>
            <a:r>
              <a:rPr lang="nl-NL" dirty="0"/>
              <a:t>maakt, zodat ze succesvol hun rol kunnen</a:t>
            </a:r>
            <a:br>
              <a:rPr lang="nl-NL" dirty="0"/>
            </a:br>
            <a:r>
              <a:rPr lang="nl-NL" dirty="0"/>
              <a:t>opnemen in de wereld van vandaag en morgen.</a:t>
            </a:r>
          </a:p>
          <a:p>
            <a:endParaRPr lang="en-GB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4623A39-474D-4440-8FAA-E992890754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BE"/>
              <a:t>14 januari 2019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DF2A48-FB89-7C47-B0CF-A1CA125204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NL"/>
              <a:t>Titel van de presentatie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2D231E-8E53-7847-8951-4537AC9AD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nl-NL"/>
              <a:t>| </a:t>
            </a:r>
            <a:fld id="{2DAB09C5-3251-4B47-B002-D03712DC64C3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3382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DANK U</a:t>
            </a:r>
          </a:p>
        </p:txBody>
      </p:sp>
    </p:spTree>
    <p:extLst>
      <p:ext uri="{BB962C8B-B14F-4D97-AF65-F5344CB8AC3E}">
        <p14:creationId xmlns:p14="http://schemas.microsoft.com/office/powerpoint/2010/main" val="114968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26915"/>
      </p:ext>
    </p:extLst>
  </p:cSld>
  <p:clrMapOvr>
    <a:masterClrMapping/>
  </p:clrMapOvr>
</p:sld>
</file>

<file path=ppt/theme/theme1.xml><?xml version="1.0" encoding="utf-8"?>
<a:theme xmlns:a="http://schemas.openxmlformats.org/drawingml/2006/main" name="1 VUB THEME">
  <a:themeElements>
    <a:clrScheme name="VUB 201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9F"/>
      </a:accent1>
      <a:accent2>
        <a:srgbClr val="FF6600"/>
      </a:accent2>
      <a:accent3>
        <a:srgbClr val="E7E6E5"/>
      </a:accent3>
      <a:accent4>
        <a:srgbClr val="4B4B4B"/>
      </a:accent4>
      <a:accent5>
        <a:srgbClr val="577EC1"/>
      </a:accent5>
      <a:accent6>
        <a:srgbClr val="FFAA8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44450">
          <a:solidFill>
            <a:srgbClr val="0033A0"/>
          </a:solidFill>
        </a:ln>
      </a:spPr>
      <a:bodyPr rtlCol="0" anchor="ctr"/>
      <a:lstStyle>
        <a:defPPr algn="ctr">
          <a:defRPr sz="1600" dirty="0" err="1" smtClean="0">
            <a:solidFill>
              <a:srgbClr val="0033A0"/>
            </a:solidFill>
            <a:latin typeface="Verdana" charset="0"/>
            <a:ea typeface="Verdana" charset="0"/>
            <a:cs typeface="Verdana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0033A0"/>
            </a:solidFill>
            <a:latin typeface="Verdana" charset="0"/>
            <a:ea typeface="Verdana" charset="0"/>
            <a:cs typeface="Verdan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3" id="{82FDC026-9D47-4A4F-9408-6B087789AC88}" vid="{D3020BC7-EB83-8040-924C-6035EF0F9E74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FC8A1ED14214E8CB7BC51CF16E08D" ma:contentTypeVersion="" ma:contentTypeDescription="Een nieuw document maken." ma:contentTypeScope="" ma:versionID="658e1a82c7c219a0a92d4cc8fdd38ed3">
  <xsd:schema xmlns:xsd="http://www.w3.org/2001/XMLSchema" xmlns:xs="http://www.w3.org/2001/XMLSchema" xmlns:p="http://schemas.microsoft.com/office/2006/metadata/properties" xmlns:ns2="BEBD1583-39F4-4DF7-8C1F-45D9A62D4904" xmlns:ns3="bebd1583-39f4-4df7-8c1f-45d9a62d4904" xmlns:ns4="f57044ff-4af4-45b8-bd45-4a2456d64c36" targetNamespace="http://schemas.microsoft.com/office/2006/metadata/properties" ma:root="true" ma:fieldsID="0880955592710beddb2cc82bf2f65119" ns2:_="" ns3:_="" ns4:_="">
    <xsd:import namespace="BEBD1583-39F4-4DF7-8C1F-45D9A62D4904"/>
    <xsd:import namespace="bebd1583-39f4-4df7-8c1f-45d9a62d4904"/>
    <xsd:import namespace="f57044ff-4af4-45b8-bd45-4a2456d64c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MediaServiceDateTaken" minOccurs="0"/>
                <xsd:element ref="ns3:Datum" minOccurs="0"/>
                <xsd:element ref="ns4:SharedWithUsers" minOccurs="0"/>
                <xsd:element ref="ns4:SharedWithDetails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D1583-39F4-4DF7-8C1F-45D9A62D49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d1583-39f4-4df7-8c1f-45d9a62d490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Datum" ma:index="11" nillable="true" ma:displayName="Datum" ma:format="DateOnly" ma:internalName="Datum">
      <xsd:simpleType>
        <xsd:restriction base="dms:DateTime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044ff-4af4-45b8-bd45-4a2456d64c3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um xmlns="bebd1583-39f4-4df7-8c1f-45d9a62d4904" xsi:nil="true"/>
  </documentManagement>
</p:properties>
</file>

<file path=customXml/itemProps1.xml><?xml version="1.0" encoding="utf-8"?>
<ds:datastoreItem xmlns:ds="http://schemas.openxmlformats.org/officeDocument/2006/customXml" ds:itemID="{0BD91BC0-5746-44ED-AFC4-CB9313BB34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D1583-39F4-4DF7-8C1F-45D9A62D4904"/>
    <ds:schemaRef ds:uri="bebd1583-39f4-4df7-8c1f-45d9a62d4904"/>
    <ds:schemaRef ds:uri="f57044ff-4af4-45b8-bd45-4a2456d64c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E43004-532A-447B-967A-0BBE50A858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CA802E-C76E-4332-A152-4AAE1F8CD77E}">
  <ds:schemaRefs>
    <ds:schemaRef ds:uri="http://schemas.microsoft.com/office/2006/metadata/properties"/>
    <ds:schemaRef ds:uri="http://schemas.microsoft.com/office/infopath/2007/PartnerControls"/>
    <ds:schemaRef ds:uri="bebd1583-39f4-4df7-8c1f-45d9a62d490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VUB_Template_Campagne_4_3_2019</Template>
  <TotalTime>2</TotalTime>
  <Words>437</Words>
  <Application>Microsoft Office PowerPoint</Application>
  <PresentationFormat>On-screen Show (4:3)</PresentationFormat>
  <Paragraphs>92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 VUB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DANK 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Péter Zoltán CSURCSIA</dc:creator>
  <cp:lastModifiedBy>Péter Zoltán CSURCSIA</cp:lastModifiedBy>
  <cp:revision>2</cp:revision>
  <cp:lastPrinted>2016-12-08T10:40:15Z</cp:lastPrinted>
  <dcterms:created xsi:type="dcterms:W3CDTF">2022-09-21T18:09:13Z</dcterms:created>
  <dcterms:modified xsi:type="dcterms:W3CDTF">2023-12-14T09:22:26Z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0x0101006A4FC8A1ED14214E8CB7BC51CF16E08D</vt:lpwstr>
  </property>
</Properties>
</file>